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DF"/>
    <a:srgbClr val="ECEDFF"/>
    <a:srgbClr val="996ABE"/>
    <a:srgbClr val="F1F3AA"/>
    <a:srgbClr val="97AFDC"/>
    <a:srgbClr val="8639BE"/>
    <a:srgbClr val="9BBDDC"/>
    <a:srgbClr val="1873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4"/>
    <p:restoredTop sz="94694"/>
  </p:normalViewPr>
  <p:slideViewPr>
    <p:cSldViewPr snapToGrid="0">
      <p:cViewPr varScale="1">
        <p:scale>
          <a:sx n="121" d="100"/>
          <a:sy n="121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0823F-552D-590A-2CE8-8434BD471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B2BCE-6C5E-5A27-8D8F-61BD99DF0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80A6F-0676-54CD-F5FD-EED8D3318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02369-BDD3-0E8C-C3FA-4C6AF44C5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76E38-D178-360E-1794-B19C30A5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8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0DD1F-5212-4BB9-EFFD-F802240DF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DBDE4-204E-F1E3-792E-DD7F086D6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D30AC-B416-5630-2D3F-E39F87546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B899C-E3C4-C9AD-C085-B07C654E7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696E3-D426-82B1-519F-B072AC47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94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40DAB-5562-CFBF-AACB-C018C36A7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AA5D8-5BE8-19D0-3426-E7C58989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6D8C4-066B-019E-A5DC-B7122B4C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8348-6EA1-0DFE-E960-3A45BAC0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44AE0-EFDF-FF1D-EFC8-77545DBC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12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689BD-8CEF-598E-4FC2-B5336A951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45CEF-FCB8-E2DB-763C-94A23A4C8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C8E29-793D-720D-C09D-828E2F9234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F39FD-58F5-FABF-279E-4D33B04F1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9A407-AEE3-4625-AAB8-EB58073F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24D2A-A270-B2C6-205E-B457D820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53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0BB11-280C-1FC9-8DF6-6A9108E22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06B20-8C5A-D2BA-5014-601354E998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1E294-4193-3CC3-8B13-E2C3C869E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3C889-DDAB-4D7E-DD98-9E5031810D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CD1139-1C13-410D-E3BA-9D345ED86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16B6AA-99C9-3A0A-4E70-E4C705B48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9801C-59A1-3C84-A84F-3C130FAD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9D2B1-A401-4CC6-D800-04AF5A3E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03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C8D1-2A5A-C7E4-9F19-D96F4BA9A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9912D0-D070-BC45-0797-0ABADBC7C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8BC7-BB1A-3D60-F7EA-B5D5E72DC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13F54D-F277-0A4B-16D9-590996621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76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5E0505-A805-44A8-285E-848211B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CF30AC-AE06-1E34-C85A-B5461740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9DF58-EEFD-6DE0-92C6-C6AAB83A0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9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47709-F8E2-0B70-1845-FC6F63EB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FFE6-9B79-1069-7220-171259197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AEB920-E7DF-9AE5-4067-924EF9555E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ED91-6CC3-82BA-7019-2DF261220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8655B-F13B-EE41-3E52-E87AEAF6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B8A87-17A3-136C-36C0-8EDA1B44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744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F85F7-BFAE-692A-1463-B42340F7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F8084A-52EC-4B94-442F-4B1672E244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5411D-0E74-D7D5-5A03-DDCB7A954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86BDA-34A6-7E57-4733-5CCDB1A5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D4446-17EC-0C2E-CFDE-676908D6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491BFC-A382-418E-5228-F0D54A9E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62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9267-63F3-8BDB-AF6C-C576F0B11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6A08D-A026-0C15-2F34-26B8AA388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141C-8D22-F3A5-C8CD-4053208AC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E62B-C102-328F-8E83-DAE36C4D1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46D9-7D1A-BF23-39A3-8AD1E770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42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F54EA4-FA70-607F-58AC-F1F99CAE58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790C0E-493E-8DF0-F2E7-4AC292983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3870-46E5-1048-A812-CAD273F85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968D1-E319-7204-F074-821205CDB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0C2D4-C43B-9D31-729B-6D3A05C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26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3AC73-45BB-26F0-1EFB-E97BEBF5C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CFBCC-7D07-0C21-59A7-CC700353A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FF710-7129-3811-5123-B5179BE2C2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510244-44EE-E648-99DC-363E44EACEA9}" type="datetimeFigureOut">
              <a:rPr lang="en-US" smtClean="0"/>
              <a:t>6/17/24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E07B-34F9-88A1-DA56-012CC1118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5F249-9642-09C9-ED5C-90A242E31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8DF3F-E84C-794A-B934-9F97278EB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9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9808AA-7B27-7554-7B88-6EA3227D4B1E}"/>
              </a:ext>
            </a:extLst>
          </p:cNvPr>
          <p:cNvSpPr/>
          <p:nvPr/>
        </p:nvSpPr>
        <p:spPr>
          <a:xfrm>
            <a:off x="872357" y="578069"/>
            <a:ext cx="4519449" cy="5720094"/>
          </a:xfrm>
          <a:prstGeom prst="rect">
            <a:avLst/>
          </a:prstGeom>
          <a:solidFill>
            <a:srgbClr val="FFFF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1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B72DAA-C521-846A-42A7-74F639EF3445}"/>
              </a:ext>
            </a:extLst>
          </p:cNvPr>
          <p:cNvSpPr/>
          <p:nvPr/>
        </p:nvSpPr>
        <p:spPr>
          <a:xfrm>
            <a:off x="1114097" y="1072055"/>
            <a:ext cx="4035972" cy="1250731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Gather Data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“input_data_1”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EE4141-E3DB-4AB1-D580-6763EB3DB1FA}"/>
              </a:ext>
            </a:extLst>
          </p:cNvPr>
          <p:cNvSpPr/>
          <p:nvPr/>
        </p:nvSpPr>
        <p:spPr>
          <a:xfrm>
            <a:off x="1114097" y="2470034"/>
            <a:ext cx="4035972" cy="2213930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Collective Compute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SUBSCRIBE: “input_data_1”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SUBSCRIBE: “collective_internal_2”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“collective_internal_1”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“result_1”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09BFC2-E5AE-DD4A-ED7B-8D6F38F35751}"/>
              </a:ext>
            </a:extLst>
          </p:cNvPr>
          <p:cNvSpPr/>
          <p:nvPr/>
        </p:nvSpPr>
        <p:spPr>
          <a:xfrm>
            <a:off x="1114095" y="4856314"/>
            <a:ext cx="4035972" cy="1250731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Result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SUBSCRIBE: ” result_1”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F72AA1C6-FEFC-B759-794F-AA13AC509C91}"/>
              </a:ext>
            </a:extLst>
          </p:cNvPr>
          <p:cNvSpPr/>
          <p:nvPr/>
        </p:nvSpPr>
        <p:spPr>
          <a:xfrm>
            <a:off x="703297" y="1650982"/>
            <a:ext cx="475988" cy="1380931"/>
          </a:xfrm>
          <a:custGeom>
            <a:avLst/>
            <a:gdLst>
              <a:gd name="connsiteX0" fmla="*/ 475988 w 475988"/>
              <a:gd name="connsiteY0" fmla="*/ 0 h 1380931"/>
              <a:gd name="connsiteX1" fmla="*/ 127 w 475988"/>
              <a:gd name="connsiteY1" fmla="*/ 793102 h 1380931"/>
              <a:gd name="connsiteX2" fmla="*/ 438665 w 475988"/>
              <a:gd name="connsiteY2" fmla="*/ 1380931 h 138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988" h="1380931">
                <a:moveTo>
                  <a:pt x="475988" y="0"/>
                </a:moveTo>
                <a:cubicBezTo>
                  <a:pt x="241167" y="281473"/>
                  <a:pt x="6347" y="562947"/>
                  <a:pt x="127" y="793102"/>
                </a:cubicBezTo>
                <a:cubicBezTo>
                  <a:pt x="-6093" y="1023257"/>
                  <a:pt x="216286" y="1202094"/>
                  <a:pt x="438665" y="1380931"/>
                </a:cubicBez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BE1D740-0FE7-16F2-EB94-C7BDF6025E8C}"/>
              </a:ext>
            </a:extLst>
          </p:cNvPr>
          <p:cNvSpPr/>
          <p:nvPr/>
        </p:nvSpPr>
        <p:spPr>
          <a:xfrm>
            <a:off x="703297" y="4165849"/>
            <a:ext cx="475988" cy="1250731"/>
          </a:xfrm>
          <a:custGeom>
            <a:avLst/>
            <a:gdLst>
              <a:gd name="connsiteX0" fmla="*/ 475988 w 475988"/>
              <a:gd name="connsiteY0" fmla="*/ 0 h 1380931"/>
              <a:gd name="connsiteX1" fmla="*/ 127 w 475988"/>
              <a:gd name="connsiteY1" fmla="*/ 793102 h 1380931"/>
              <a:gd name="connsiteX2" fmla="*/ 438665 w 475988"/>
              <a:gd name="connsiteY2" fmla="*/ 1380931 h 138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988" h="1380931">
                <a:moveTo>
                  <a:pt x="475988" y="0"/>
                </a:moveTo>
                <a:cubicBezTo>
                  <a:pt x="241167" y="281473"/>
                  <a:pt x="6347" y="562947"/>
                  <a:pt x="127" y="793102"/>
                </a:cubicBezTo>
                <a:cubicBezTo>
                  <a:pt x="-6093" y="1023257"/>
                  <a:pt x="216286" y="1202094"/>
                  <a:pt x="438665" y="1380931"/>
                </a:cubicBez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56DE2B7-2467-4DD5-EE8E-8C470CA3DD09}"/>
              </a:ext>
            </a:extLst>
          </p:cNvPr>
          <p:cNvSpPr/>
          <p:nvPr/>
        </p:nvSpPr>
        <p:spPr>
          <a:xfrm>
            <a:off x="6801890" y="578069"/>
            <a:ext cx="4519449" cy="5720094"/>
          </a:xfrm>
          <a:prstGeom prst="rect">
            <a:avLst/>
          </a:prstGeom>
          <a:solidFill>
            <a:srgbClr val="FFFFD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Agent 2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CC2A6C-EAAD-0278-AC22-1AF33F576AAA}"/>
              </a:ext>
            </a:extLst>
          </p:cNvPr>
          <p:cNvSpPr/>
          <p:nvPr/>
        </p:nvSpPr>
        <p:spPr>
          <a:xfrm>
            <a:off x="7043630" y="1072055"/>
            <a:ext cx="4035972" cy="1250731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Gather Data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“input_data_2”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E38E03-5770-B0D5-5FD9-3BDFC15C937A}"/>
              </a:ext>
            </a:extLst>
          </p:cNvPr>
          <p:cNvSpPr/>
          <p:nvPr/>
        </p:nvSpPr>
        <p:spPr>
          <a:xfrm>
            <a:off x="7043630" y="2470034"/>
            <a:ext cx="4035972" cy="2213930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Collective Compute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SUBSCRIBE: “input_data_2”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SUBSCRIBE: “collective_internal_1”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“collective_internal_2”</a:t>
            </a:r>
          </a:p>
          <a:p>
            <a:pPr>
              <a:spcBef>
                <a:spcPts val="600"/>
              </a:spcBef>
            </a:pPr>
            <a:r>
              <a:rPr lang="en-US" dirty="0">
                <a:solidFill>
                  <a:schemeClr val="tx1"/>
                </a:solidFill>
              </a:rPr>
              <a:t>PUBLISH:        “result_2”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ADBDCE-064F-AAEE-FAEF-F28584BA254B}"/>
              </a:ext>
            </a:extLst>
          </p:cNvPr>
          <p:cNvSpPr/>
          <p:nvPr/>
        </p:nvSpPr>
        <p:spPr>
          <a:xfrm>
            <a:off x="7043628" y="4856314"/>
            <a:ext cx="4035972" cy="1250731"/>
          </a:xfrm>
          <a:prstGeom prst="rect">
            <a:avLst/>
          </a:prstGeom>
          <a:solidFill>
            <a:srgbClr val="ECED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Use Result Job</a:t>
            </a:r>
          </a:p>
          <a:p>
            <a:pPr>
              <a:spcBef>
                <a:spcPts val="1200"/>
              </a:spcBef>
            </a:pPr>
            <a:r>
              <a:rPr lang="en-US" dirty="0">
                <a:solidFill>
                  <a:schemeClr val="tx1"/>
                </a:solidFill>
              </a:rPr>
              <a:t>SUBSCRIBE: ” result_2”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88AABC9-8BD1-EB4C-EFB8-3C3F6AD19DB6}"/>
              </a:ext>
            </a:extLst>
          </p:cNvPr>
          <p:cNvSpPr/>
          <p:nvPr/>
        </p:nvSpPr>
        <p:spPr>
          <a:xfrm>
            <a:off x="6632830" y="1650982"/>
            <a:ext cx="475988" cy="1380931"/>
          </a:xfrm>
          <a:custGeom>
            <a:avLst/>
            <a:gdLst>
              <a:gd name="connsiteX0" fmla="*/ 475988 w 475988"/>
              <a:gd name="connsiteY0" fmla="*/ 0 h 1380931"/>
              <a:gd name="connsiteX1" fmla="*/ 127 w 475988"/>
              <a:gd name="connsiteY1" fmla="*/ 793102 h 1380931"/>
              <a:gd name="connsiteX2" fmla="*/ 438665 w 475988"/>
              <a:gd name="connsiteY2" fmla="*/ 1380931 h 138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988" h="1380931">
                <a:moveTo>
                  <a:pt x="475988" y="0"/>
                </a:moveTo>
                <a:cubicBezTo>
                  <a:pt x="241167" y="281473"/>
                  <a:pt x="6347" y="562947"/>
                  <a:pt x="127" y="793102"/>
                </a:cubicBezTo>
                <a:cubicBezTo>
                  <a:pt x="-6093" y="1023257"/>
                  <a:pt x="216286" y="1202094"/>
                  <a:pt x="438665" y="1380931"/>
                </a:cubicBez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3693E24-9C58-456B-19D7-835B3EED3B91}"/>
              </a:ext>
            </a:extLst>
          </p:cNvPr>
          <p:cNvSpPr/>
          <p:nvPr/>
        </p:nvSpPr>
        <p:spPr>
          <a:xfrm>
            <a:off x="6632830" y="4165849"/>
            <a:ext cx="475988" cy="1250731"/>
          </a:xfrm>
          <a:custGeom>
            <a:avLst/>
            <a:gdLst>
              <a:gd name="connsiteX0" fmla="*/ 475988 w 475988"/>
              <a:gd name="connsiteY0" fmla="*/ 0 h 1380931"/>
              <a:gd name="connsiteX1" fmla="*/ 127 w 475988"/>
              <a:gd name="connsiteY1" fmla="*/ 793102 h 1380931"/>
              <a:gd name="connsiteX2" fmla="*/ 438665 w 475988"/>
              <a:gd name="connsiteY2" fmla="*/ 1380931 h 1380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988" h="1380931">
                <a:moveTo>
                  <a:pt x="475988" y="0"/>
                </a:moveTo>
                <a:cubicBezTo>
                  <a:pt x="241167" y="281473"/>
                  <a:pt x="6347" y="562947"/>
                  <a:pt x="127" y="793102"/>
                </a:cubicBezTo>
                <a:cubicBezTo>
                  <a:pt x="-6093" y="1023257"/>
                  <a:pt x="216286" y="1202094"/>
                  <a:pt x="438665" y="1380931"/>
                </a:cubicBezTo>
              </a:path>
            </a:pathLst>
          </a:custGeom>
          <a:noFill/>
          <a:ln w="38100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0988DBB-25C7-FDC0-6FE4-AA26180DD492}"/>
              </a:ext>
            </a:extLst>
          </p:cNvPr>
          <p:cNvCxnSpPr>
            <a:cxnSpLocks/>
          </p:cNvCxnSpPr>
          <p:nvPr/>
        </p:nvCxnSpPr>
        <p:spPr>
          <a:xfrm flipV="1">
            <a:off x="4843888" y="3429000"/>
            <a:ext cx="2232336" cy="3970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E9FF88-4FEB-7ECB-0B4A-D4FB884D3ECF}"/>
              </a:ext>
            </a:extLst>
          </p:cNvPr>
          <p:cNvCxnSpPr>
            <a:cxnSpLocks/>
          </p:cNvCxnSpPr>
          <p:nvPr/>
        </p:nvCxnSpPr>
        <p:spPr>
          <a:xfrm>
            <a:off x="4843888" y="3429000"/>
            <a:ext cx="2264930" cy="39708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272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48D5235-56D9-E023-D5BF-5CB78A6131A3}"/>
              </a:ext>
            </a:extLst>
          </p:cNvPr>
          <p:cNvGrpSpPr/>
          <p:nvPr/>
        </p:nvGrpSpPr>
        <p:grpSpPr>
          <a:xfrm>
            <a:off x="558799" y="457200"/>
            <a:ext cx="11074402" cy="3274667"/>
            <a:chOff x="558799" y="457200"/>
            <a:chExt cx="11074402" cy="327466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5C7ADB-77F7-A1F9-35A0-6DE032152846}"/>
                </a:ext>
              </a:extLst>
            </p:cNvPr>
            <p:cNvSpPr/>
            <p:nvPr/>
          </p:nvSpPr>
          <p:spPr>
            <a:xfrm>
              <a:off x="558799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092E5-8A66-15E5-DC21-FFFF5D04CB0D}"/>
                </a:ext>
              </a:extLst>
            </p:cNvPr>
            <p:cNvSpPr/>
            <p:nvPr/>
          </p:nvSpPr>
          <p:spPr>
            <a:xfrm>
              <a:off x="4699000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4362A2-005D-F7E4-E894-D39FD2AA551A}"/>
                </a:ext>
              </a:extLst>
            </p:cNvPr>
            <p:cNvSpPr/>
            <p:nvPr/>
          </p:nvSpPr>
          <p:spPr>
            <a:xfrm>
              <a:off x="8839201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1753FB0-55A4-44C1-4E1D-79BD9C558E0E}"/>
                </a:ext>
              </a:extLst>
            </p:cNvPr>
            <p:cNvCxnSpPr>
              <a:stCxn id="2" idx="3"/>
              <a:endCxn id="3" idx="1"/>
            </p:cNvCxnSpPr>
            <p:nvPr/>
          </p:nvCxnSpPr>
          <p:spPr>
            <a:xfrm>
              <a:off x="3352799" y="1498600"/>
              <a:ext cx="1346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0D6549-9C33-A04E-F52A-FC75C4AFDCFB}"/>
                </a:ext>
              </a:extLst>
            </p:cNvPr>
            <p:cNvCxnSpPr>
              <a:cxnSpLocks/>
              <a:stCxn id="3" idx="3"/>
              <a:endCxn id="8" idx="1"/>
            </p:cNvCxnSpPr>
            <p:nvPr/>
          </p:nvCxnSpPr>
          <p:spPr>
            <a:xfrm>
              <a:off x="7493000" y="1498600"/>
              <a:ext cx="1346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FC886B-5A7B-6121-B9E8-D3E1B172646A}"/>
                </a:ext>
              </a:extLst>
            </p:cNvPr>
            <p:cNvSpPr txBox="1"/>
            <p:nvPr/>
          </p:nvSpPr>
          <p:spPr>
            <a:xfrm>
              <a:off x="3535773" y="848035"/>
              <a:ext cx="11077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 levels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E4C8EF-FA1D-76EF-2595-0AA774F714A6}"/>
                </a:ext>
              </a:extLst>
            </p:cNvPr>
            <p:cNvSpPr txBox="1"/>
            <p:nvPr/>
          </p:nvSpPr>
          <p:spPr>
            <a:xfrm>
              <a:off x="7675974" y="916977"/>
              <a:ext cx="9802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total charge</a:t>
              </a: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BA1CFE25-064F-2396-F1A2-FCF622A6E257}"/>
                </a:ext>
              </a:extLst>
            </p:cNvPr>
            <p:cNvSpPr/>
            <p:nvPr/>
          </p:nvSpPr>
          <p:spPr>
            <a:xfrm>
              <a:off x="1820333" y="2548467"/>
              <a:ext cx="8415867" cy="1183400"/>
            </a:xfrm>
            <a:custGeom>
              <a:avLst/>
              <a:gdLst>
                <a:gd name="connsiteX0" fmla="*/ 8415867 w 8415867"/>
                <a:gd name="connsiteY0" fmla="*/ 0 h 1183400"/>
                <a:gd name="connsiteX1" fmla="*/ 6714067 w 8415867"/>
                <a:gd name="connsiteY1" fmla="*/ 1024466 h 1183400"/>
                <a:gd name="connsiteX2" fmla="*/ 1159934 w 8415867"/>
                <a:gd name="connsiteY2" fmla="*/ 1075266 h 1183400"/>
                <a:gd name="connsiteX3" fmla="*/ 0 w 8415867"/>
                <a:gd name="connsiteY3" fmla="*/ 0 h 11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15867" h="1183400">
                  <a:moveTo>
                    <a:pt x="8415867" y="0"/>
                  </a:moveTo>
                  <a:cubicBezTo>
                    <a:pt x="8169628" y="422627"/>
                    <a:pt x="7923389" y="845255"/>
                    <a:pt x="6714067" y="1024466"/>
                  </a:cubicBezTo>
                  <a:cubicBezTo>
                    <a:pt x="5504745" y="1203677"/>
                    <a:pt x="2278945" y="1246010"/>
                    <a:pt x="1159934" y="1075266"/>
                  </a:cubicBezTo>
                  <a:cubicBezTo>
                    <a:pt x="40923" y="904522"/>
                    <a:pt x="20461" y="452261"/>
                    <a:pt x="0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511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85AF14B-47B8-A956-79C0-A49637DFCDFD}"/>
              </a:ext>
            </a:extLst>
          </p:cNvPr>
          <p:cNvGrpSpPr/>
          <p:nvPr/>
        </p:nvGrpSpPr>
        <p:grpSpPr>
          <a:xfrm>
            <a:off x="111931" y="457200"/>
            <a:ext cx="11521270" cy="2557650"/>
            <a:chOff x="111931" y="457200"/>
            <a:chExt cx="11521270" cy="255765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7B5C7ADB-77F7-A1F9-35A0-6DE032152846}"/>
                </a:ext>
              </a:extLst>
            </p:cNvPr>
            <p:cNvSpPr/>
            <p:nvPr/>
          </p:nvSpPr>
          <p:spPr>
            <a:xfrm>
              <a:off x="558799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4092E5-8A66-15E5-DC21-FFFF5D04CB0D}"/>
                </a:ext>
              </a:extLst>
            </p:cNvPr>
            <p:cNvSpPr/>
            <p:nvPr/>
          </p:nvSpPr>
          <p:spPr>
            <a:xfrm>
              <a:off x="4699000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4362A2-005D-F7E4-E894-D39FD2AA551A}"/>
                </a:ext>
              </a:extLst>
            </p:cNvPr>
            <p:cNvSpPr/>
            <p:nvPr/>
          </p:nvSpPr>
          <p:spPr>
            <a:xfrm>
              <a:off x="8839201" y="457200"/>
              <a:ext cx="2794000" cy="2082800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1753FB0-55A4-44C1-4E1D-79BD9C558E0E}"/>
                </a:ext>
              </a:extLst>
            </p:cNvPr>
            <p:cNvCxnSpPr>
              <a:cxnSpLocks/>
            </p:cNvCxnSpPr>
            <p:nvPr/>
          </p:nvCxnSpPr>
          <p:spPr>
            <a:xfrm>
              <a:off x="3359892" y="1115536"/>
              <a:ext cx="1346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0D6549-9C33-A04E-F52A-FC75C4AFDCFB}"/>
                </a:ext>
              </a:extLst>
            </p:cNvPr>
            <p:cNvCxnSpPr>
              <a:cxnSpLocks/>
            </p:cNvCxnSpPr>
            <p:nvPr/>
          </p:nvCxnSpPr>
          <p:spPr>
            <a:xfrm>
              <a:off x="7484461" y="1129268"/>
              <a:ext cx="134620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FC886B-5A7B-6121-B9E8-D3E1B172646A}"/>
                </a:ext>
              </a:extLst>
            </p:cNvPr>
            <p:cNvSpPr txBox="1"/>
            <p:nvPr/>
          </p:nvSpPr>
          <p:spPr>
            <a:xfrm>
              <a:off x="3513426" y="499109"/>
              <a:ext cx="10391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 levels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3E4C8EF-FA1D-76EF-2595-0AA774F714A6}"/>
                </a:ext>
              </a:extLst>
            </p:cNvPr>
            <p:cNvSpPr txBox="1"/>
            <p:nvPr/>
          </p:nvSpPr>
          <p:spPr>
            <a:xfrm>
              <a:off x="7721058" y="530611"/>
              <a:ext cx="8730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total charge</a:t>
              </a: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3B5F261-6223-E835-66CF-A1ECBFD37366}"/>
                </a:ext>
              </a:extLst>
            </p:cNvPr>
            <p:cNvSpPr/>
            <p:nvPr/>
          </p:nvSpPr>
          <p:spPr>
            <a:xfrm>
              <a:off x="111931" y="1613659"/>
              <a:ext cx="1884820" cy="1401191"/>
            </a:xfrm>
            <a:custGeom>
              <a:avLst/>
              <a:gdLst>
                <a:gd name="connsiteX0" fmla="*/ 1884820 w 1884820"/>
                <a:gd name="connsiteY0" fmla="*/ 942929 h 1401191"/>
                <a:gd name="connsiteX1" fmla="*/ 1539587 w 1884820"/>
                <a:gd name="connsiteY1" fmla="*/ 1241508 h 1401191"/>
                <a:gd name="connsiteX2" fmla="*/ 1007742 w 1884820"/>
                <a:gd name="connsiteY2" fmla="*/ 1390798 h 1401191"/>
                <a:gd name="connsiteX3" fmla="*/ 410583 w 1884820"/>
                <a:gd name="connsiteY3" fmla="*/ 1353476 h 1401191"/>
                <a:gd name="connsiteX4" fmla="*/ 93342 w 1884820"/>
                <a:gd name="connsiteY4" fmla="*/ 1073557 h 1401191"/>
                <a:gd name="connsiteX5" fmla="*/ 36 w 1884820"/>
                <a:gd name="connsiteY5" fmla="*/ 635019 h 1401191"/>
                <a:gd name="connsiteX6" fmla="*/ 84012 w 1884820"/>
                <a:gd name="connsiteY6" fmla="*/ 280455 h 1401191"/>
                <a:gd name="connsiteX7" fmla="*/ 223971 w 1884820"/>
                <a:gd name="connsiteY7" fmla="*/ 140496 h 1401191"/>
                <a:gd name="connsiteX8" fmla="*/ 438575 w 1884820"/>
                <a:gd name="connsiteY8" fmla="*/ 9868 h 1401191"/>
                <a:gd name="connsiteX9" fmla="*/ 419914 w 1884820"/>
                <a:gd name="connsiteY9" fmla="*/ 19198 h 140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4820" h="1401191">
                  <a:moveTo>
                    <a:pt x="1884820" y="942929"/>
                  </a:moveTo>
                  <a:cubicBezTo>
                    <a:pt x="1785293" y="1054896"/>
                    <a:pt x="1685767" y="1166863"/>
                    <a:pt x="1539587" y="1241508"/>
                  </a:cubicBezTo>
                  <a:cubicBezTo>
                    <a:pt x="1393407" y="1316153"/>
                    <a:pt x="1195909" y="1372137"/>
                    <a:pt x="1007742" y="1390798"/>
                  </a:cubicBezTo>
                  <a:cubicBezTo>
                    <a:pt x="819575" y="1409459"/>
                    <a:pt x="562983" y="1406349"/>
                    <a:pt x="410583" y="1353476"/>
                  </a:cubicBezTo>
                  <a:cubicBezTo>
                    <a:pt x="258183" y="1300603"/>
                    <a:pt x="161766" y="1193300"/>
                    <a:pt x="93342" y="1073557"/>
                  </a:cubicBezTo>
                  <a:cubicBezTo>
                    <a:pt x="24918" y="953814"/>
                    <a:pt x="1591" y="767203"/>
                    <a:pt x="36" y="635019"/>
                  </a:cubicBezTo>
                  <a:cubicBezTo>
                    <a:pt x="-1519" y="502835"/>
                    <a:pt x="46690" y="362875"/>
                    <a:pt x="84012" y="280455"/>
                  </a:cubicBezTo>
                  <a:cubicBezTo>
                    <a:pt x="121334" y="198035"/>
                    <a:pt x="164877" y="185594"/>
                    <a:pt x="223971" y="140496"/>
                  </a:cubicBezTo>
                  <a:cubicBezTo>
                    <a:pt x="283065" y="95398"/>
                    <a:pt x="405918" y="30084"/>
                    <a:pt x="438575" y="9868"/>
                  </a:cubicBezTo>
                  <a:cubicBezTo>
                    <a:pt x="471232" y="-10348"/>
                    <a:pt x="445573" y="4425"/>
                    <a:pt x="419914" y="19198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9AA1211-85DB-E1D2-3DC6-07824C7503BF}"/>
                </a:ext>
              </a:extLst>
            </p:cNvPr>
            <p:cNvSpPr/>
            <p:nvPr/>
          </p:nvSpPr>
          <p:spPr>
            <a:xfrm>
              <a:off x="4286397" y="1613658"/>
              <a:ext cx="1884820" cy="1401191"/>
            </a:xfrm>
            <a:custGeom>
              <a:avLst/>
              <a:gdLst>
                <a:gd name="connsiteX0" fmla="*/ 1884820 w 1884820"/>
                <a:gd name="connsiteY0" fmla="*/ 942929 h 1401191"/>
                <a:gd name="connsiteX1" fmla="*/ 1539587 w 1884820"/>
                <a:gd name="connsiteY1" fmla="*/ 1241508 h 1401191"/>
                <a:gd name="connsiteX2" fmla="*/ 1007742 w 1884820"/>
                <a:gd name="connsiteY2" fmla="*/ 1390798 h 1401191"/>
                <a:gd name="connsiteX3" fmla="*/ 410583 w 1884820"/>
                <a:gd name="connsiteY3" fmla="*/ 1353476 h 1401191"/>
                <a:gd name="connsiteX4" fmla="*/ 93342 w 1884820"/>
                <a:gd name="connsiteY4" fmla="*/ 1073557 h 1401191"/>
                <a:gd name="connsiteX5" fmla="*/ 36 w 1884820"/>
                <a:gd name="connsiteY5" fmla="*/ 635019 h 1401191"/>
                <a:gd name="connsiteX6" fmla="*/ 84012 w 1884820"/>
                <a:gd name="connsiteY6" fmla="*/ 280455 h 1401191"/>
                <a:gd name="connsiteX7" fmla="*/ 223971 w 1884820"/>
                <a:gd name="connsiteY7" fmla="*/ 140496 h 1401191"/>
                <a:gd name="connsiteX8" fmla="*/ 438575 w 1884820"/>
                <a:gd name="connsiteY8" fmla="*/ 9868 h 1401191"/>
                <a:gd name="connsiteX9" fmla="*/ 419914 w 1884820"/>
                <a:gd name="connsiteY9" fmla="*/ 19198 h 140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4820" h="1401191">
                  <a:moveTo>
                    <a:pt x="1884820" y="942929"/>
                  </a:moveTo>
                  <a:cubicBezTo>
                    <a:pt x="1785293" y="1054896"/>
                    <a:pt x="1685767" y="1166863"/>
                    <a:pt x="1539587" y="1241508"/>
                  </a:cubicBezTo>
                  <a:cubicBezTo>
                    <a:pt x="1393407" y="1316153"/>
                    <a:pt x="1195909" y="1372137"/>
                    <a:pt x="1007742" y="1390798"/>
                  </a:cubicBezTo>
                  <a:cubicBezTo>
                    <a:pt x="819575" y="1409459"/>
                    <a:pt x="562983" y="1406349"/>
                    <a:pt x="410583" y="1353476"/>
                  </a:cubicBezTo>
                  <a:cubicBezTo>
                    <a:pt x="258183" y="1300603"/>
                    <a:pt x="161766" y="1193300"/>
                    <a:pt x="93342" y="1073557"/>
                  </a:cubicBezTo>
                  <a:cubicBezTo>
                    <a:pt x="24918" y="953814"/>
                    <a:pt x="1591" y="767203"/>
                    <a:pt x="36" y="635019"/>
                  </a:cubicBezTo>
                  <a:cubicBezTo>
                    <a:pt x="-1519" y="502835"/>
                    <a:pt x="46690" y="362875"/>
                    <a:pt x="84012" y="280455"/>
                  </a:cubicBezTo>
                  <a:cubicBezTo>
                    <a:pt x="121334" y="198035"/>
                    <a:pt x="164877" y="185594"/>
                    <a:pt x="223971" y="140496"/>
                  </a:cubicBezTo>
                  <a:cubicBezTo>
                    <a:pt x="283065" y="95398"/>
                    <a:pt x="405918" y="30084"/>
                    <a:pt x="438575" y="9868"/>
                  </a:cubicBezTo>
                  <a:cubicBezTo>
                    <a:pt x="471232" y="-10348"/>
                    <a:pt x="445573" y="4425"/>
                    <a:pt x="419914" y="19198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B83469B-655C-CE72-60A9-B2BC50FAD9B0}"/>
                </a:ext>
              </a:extLst>
            </p:cNvPr>
            <p:cNvSpPr/>
            <p:nvPr/>
          </p:nvSpPr>
          <p:spPr>
            <a:xfrm>
              <a:off x="8415489" y="1613658"/>
              <a:ext cx="1884820" cy="1401191"/>
            </a:xfrm>
            <a:custGeom>
              <a:avLst/>
              <a:gdLst>
                <a:gd name="connsiteX0" fmla="*/ 1884820 w 1884820"/>
                <a:gd name="connsiteY0" fmla="*/ 942929 h 1401191"/>
                <a:gd name="connsiteX1" fmla="*/ 1539587 w 1884820"/>
                <a:gd name="connsiteY1" fmla="*/ 1241508 h 1401191"/>
                <a:gd name="connsiteX2" fmla="*/ 1007742 w 1884820"/>
                <a:gd name="connsiteY2" fmla="*/ 1390798 h 1401191"/>
                <a:gd name="connsiteX3" fmla="*/ 410583 w 1884820"/>
                <a:gd name="connsiteY3" fmla="*/ 1353476 h 1401191"/>
                <a:gd name="connsiteX4" fmla="*/ 93342 w 1884820"/>
                <a:gd name="connsiteY4" fmla="*/ 1073557 h 1401191"/>
                <a:gd name="connsiteX5" fmla="*/ 36 w 1884820"/>
                <a:gd name="connsiteY5" fmla="*/ 635019 h 1401191"/>
                <a:gd name="connsiteX6" fmla="*/ 84012 w 1884820"/>
                <a:gd name="connsiteY6" fmla="*/ 280455 h 1401191"/>
                <a:gd name="connsiteX7" fmla="*/ 223971 w 1884820"/>
                <a:gd name="connsiteY7" fmla="*/ 140496 h 1401191"/>
                <a:gd name="connsiteX8" fmla="*/ 438575 w 1884820"/>
                <a:gd name="connsiteY8" fmla="*/ 9868 h 1401191"/>
                <a:gd name="connsiteX9" fmla="*/ 419914 w 1884820"/>
                <a:gd name="connsiteY9" fmla="*/ 19198 h 1401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4820" h="1401191">
                  <a:moveTo>
                    <a:pt x="1884820" y="942929"/>
                  </a:moveTo>
                  <a:cubicBezTo>
                    <a:pt x="1785293" y="1054896"/>
                    <a:pt x="1685767" y="1166863"/>
                    <a:pt x="1539587" y="1241508"/>
                  </a:cubicBezTo>
                  <a:cubicBezTo>
                    <a:pt x="1393407" y="1316153"/>
                    <a:pt x="1195909" y="1372137"/>
                    <a:pt x="1007742" y="1390798"/>
                  </a:cubicBezTo>
                  <a:cubicBezTo>
                    <a:pt x="819575" y="1409459"/>
                    <a:pt x="562983" y="1406349"/>
                    <a:pt x="410583" y="1353476"/>
                  </a:cubicBezTo>
                  <a:cubicBezTo>
                    <a:pt x="258183" y="1300603"/>
                    <a:pt x="161766" y="1193300"/>
                    <a:pt x="93342" y="1073557"/>
                  </a:cubicBezTo>
                  <a:cubicBezTo>
                    <a:pt x="24918" y="953814"/>
                    <a:pt x="1591" y="767203"/>
                    <a:pt x="36" y="635019"/>
                  </a:cubicBezTo>
                  <a:cubicBezTo>
                    <a:pt x="-1519" y="502835"/>
                    <a:pt x="46690" y="362875"/>
                    <a:pt x="84012" y="280455"/>
                  </a:cubicBezTo>
                  <a:cubicBezTo>
                    <a:pt x="121334" y="198035"/>
                    <a:pt x="164877" y="185594"/>
                    <a:pt x="223971" y="140496"/>
                  </a:cubicBezTo>
                  <a:cubicBezTo>
                    <a:pt x="283065" y="95398"/>
                    <a:pt x="405918" y="30084"/>
                    <a:pt x="438575" y="9868"/>
                  </a:cubicBezTo>
                  <a:cubicBezTo>
                    <a:pt x="471232" y="-10348"/>
                    <a:pt x="445573" y="4425"/>
                    <a:pt x="419914" y="19198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70A5C5-50A4-79CF-02F7-11C332457FEC}"/>
                </a:ext>
              </a:extLst>
            </p:cNvPr>
            <p:cNvSpPr/>
            <p:nvPr/>
          </p:nvSpPr>
          <p:spPr>
            <a:xfrm>
              <a:off x="3104305" y="949532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2D1F60-C296-84BB-5805-BC9E45A20E2A}"/>
                </a:ext>
              </a:extLst>
            </p:cNvPr>
            <p:cNvSpPr/>
            <p:nvPr/>
          </p:nvSpPr>
          <p:spPr>
            <a:xfrm>
              <a:off x="7251197" y="966246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E19DBE4-7907-3F0D-5847-4B7DB318D201}"/>
                </a:ext>
              </a:extLst>
            </p:cNvPr>
            <p:cNvSpPr/>
            <p:nvPr/>
          </p:nvSpPr>
          <p:spPr>
            <a:xfrm>
              <a:off x="4703903" y="949552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09C91B-C22C-7A25-0319-ED7C51D03AA0}"/>
                </a:ext>
              </a:extLst>
            </p:cNvPr>
            <p:cNvSpPr/>
            <p:nvPr/>
          </p:nvSpPr>
          <p:spPr>
            <a:xfrm>
              <a:off x="8840191" y="966246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03068D2-7EDE-23C1-7B7F-104071534D4D}"/>
              </a:ext>
            </a:extLst>
          </p:cNvPr>
          <p:cNvGrpSpPr/>
          <p:nvPr/>
        </p:nvGrpSpPr>
        <p:grpSpPr>
          <a:xfrm>
            <a:off x="341135" y="3423062"/>
            <a:ext cx="11116714" cy="2314238"/>
            <a:chOff x="341135" y="3429000"/>
            <a:chExt cx="11116714" cy="231423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9D8646-9054-C6DF-9762-7AA080AB8DF8}"/>
                </a:ext>
              </a:extLst>
            </p:cNvPr>
            <p:cNvSpPr/>
            <p:nvPr/>
          </p:nvSpPr>
          <p:spPr>
            <a:xfrm>
              <a:off x="552234" y="3429000"/>
              <a:ext cx="2435214" cy="1815341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4BA7CE-4264-B72B-0969-D0ECE14DA3AD}"/>
                </a:ext>
              </a:extLst>
            </p:cNvPr>
            <p:cNvSpPr/>
            <p:nvPr/>
          </p:nvSpPr>
          <p:spPr>
            <a:xfrm>
              <a:off x="4692436" y="3429000"/>
              <a:ext cx="2430820" cy="1815333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1E8CE2-A41F-0732-EFC1-A644C0B1AD29}"/>
                </a:ext>
              </a:extLst>
            </p:cNvPr>
            <p:cNvSpPr/>
            <p:nvPr/>
          </p:nvSpPr>
          <p:spPr>
            <a:xfrm>
              <a:off x="8832637" y="3429000"/>
              <a:ext cx="2430820" cy="1815314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041BBEB-99A4-A5D5-4398-B7E20B400D09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>
              <a:off x="2987448" y="4294439"/>
              <a:ext cx="1702386" cy="6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8B8833-4A76-D5EC-C617-C39FC67F559E}"/>
                </a:ext>
              </a:extLst>
            </p:cNvPr>
            <p:cNvCxnSpPr>
              <a:cxnSpLocks/>
              <a:stCxn id="32" idx="3"/>
              <a:endCxn id="34" idx="1"/>
            </p:cNvCxnSpPr>
            <p:nvPr/>
          </p:nvCxnSpPr>
          <p:spPr>
            <a:xfrm>
              <a:off x="7123256" y="4294439"/>
              <a:ext cx="1716934" cy="8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11B7E7-5792-0DA5-08E7-3292B5C4F986}"/>
                </a:ext>
              </a:extLst>
            </p:cNvPr>
            <p:cNvSpPr txBox="1"/>
            <p:nvPr/>
          </p:nvSpPr>
          <p:spPr>
            <a:xfrm>
              <a:off x="3346900" y="3971273"/>
              <a:ext cx="912270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 levels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0B19EA-C475-B754-B03C-82F2B7EF85B8}"/>
                </a:ext>
              </a:extLst>
            </p:cNvPr>
            <p:cNvSpPr txBox="1"/>
            <p:nvPr/>
          </p:nvSpPr>
          <p:spPr>
            <a:xfrm>
              <a:off x="7531845" y="3971272"/>
              <a:ext cx="873005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total charge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198B2B-A22B-0EB5-9C98-546994E3B678}"/>
                </a:ext>
              </a:extLst>
            </p:cNvPr>
            <p:cNvSpPr/>
            <p:nvPr/>
          </p:nvSpPr>
          <p:spPr>
            <a:xfrm>
              <a:off x="2744853" y="4145149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30873F-4271-097D-5CD0-A868EDFEA42B}"/>
                </a:ext>
              </a:extLst>
            </p:cNvPr>
            <p:cNvSpPr/>
            <p:nvPr/>
          </p:nvSpPr>
          <p:spPr>
            <a:xfrm>
              <a:off x="6880661" y="4145149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8EFF8FC-36F4-D6D1-1C64-46C9675965BA}"/>
                </a:ext>
              </a:extLst>
            </p:cNvPr>
            <p:cNvSpPr/>
            <p:nvPr/>
          </p:nvSpPr>
          <p:spPr>
            <a:xfrm>
              <a:off x="4689834" y="4145816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B163CD-EBE4-C897-AFC1-70D8322E8F57}"/>
                </a:ext>
              </a:extLst>
            </p:cNvPr>
            <p:cNvSpPr/>
            <p:nvPr/>
          </p:nvSpPr>
          <p:spPr>
            <a:xfrm>
              <a:off x="8840190" y="4153493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9C0D79E-9ECF-CD11-001F-D8BA695C0DD1}"/>
                </a:ext>
              </a:extLst>
            </p:cNvPr>
            <p:cNvSpPr/>
            <p:nvPr/>
          </p:nvSpPr>
          <p:spPr>
            <a:xfrm>
              <a:off x="341135" y="4814571"/>
              <a:ext cx="2821819" cy="861458"/>
            </a:xfrm>
            <a:custGeom>
              <a:avLst/>
              <a:gdLst>
                <a:gd name="connsiteX0" fmla="*/ 3032117 w 3616562"/>
                <a:gd name="connsiteY0" fmla="*/ 291353 h 1042016"/>
                <a:gd name="connsiteX1" fmla="*/ 3377350 w 3616562"/>
                <a:gd name="connsiteY1" fmla="*/ 291353 h 1042016"/>
                <a:gd name="connsiteX2" fmla="*/ 3368019 w 3616562"/>
                <a:gd name="connsiteY2" fmla="*/ 944496 h 1042016"/>
                <a:gd name="connsiteX3" fmla="*/ 232933 w 3616562"/>
                <a:gd name="connsiteY3" fmla="*/ 953827 h 1042016"/>
                <a:gd name="connsiteX4" fmla="*/ 270256 w 3616562"/>
                <a:gd name="connsiteY4" fmla="*/ 132733 h 1042016"/>
                <a:gd name="connsiteX5" fmla="*/ 587497 w 3616562"/>
                <a:gd name="connsiteY5" fmla="*/ 11435 h 1042016"/>
                <a:gd name="connsiteX0" fmla="*/ 2824874 w 3409319"/>
                <a:gd name="connsiteY0" fmla="*/ 291353 h 1089163"/>
                <a:gd name="connsiteX1" fmla="*/ 3170107 w 3409319"/>
                <a:gd name="connsiteY1" fmla="*/ 291353 h 1089163"/>
                <a:gd name="connsiteX2" fmla="*/ 3160776 w 3409319"/>
                <a:gd name="connsiteY2" fmla="*/ 944496 h 1089163"/>
                <a:gd name="connsiteX3" fmla="*/ 25690 w 3409319"/>
                <a:gd name="connsiteY3" fmla="*/ 953827 h 1089163"/>
                <a:gd name="connsiteX4" fmla="*/ 63013 w 3409319"/>
                <a:gd name="connsiteY4" fmla="*/ 132733 h 1089163"/>
                <a:gd name="connsiteX5" fmla="*/ 380254 w 3409319"/>
                <a:gd name="connsiteY5" fmla="*/ 11435 h 1089163"/>
                <a:gd name="connsiteX0" fmla="*/ 2824874 w 3387919"/>
                <a:gd name="connsiteY0" fmla="*/ 291353 h 1089163"/>
                <a:gd name="connsiteX1" fmla="*/ 3170107 w 3387919"/>
                <a:gd name="connsiteY1" fmla="*/ 291353 h 1089163"/>
                <a:gd name="connsiteX2" fmla="*/ 3160776 w 3387919"/>
                <a:gd name="connsiteY2" fmla="*/ 944496 h 1089163"/>
                <a:gd name="connsiteX3" fmla="*/ 25690 w 3387919"/>
                <a:gd name="connsiteY3" fmla="*/ 953827 h 1089163"/>
                <a:gd name="connsiteX4" fmla="*/ 63013 w 3387919"/>
                <a:gd name="connsiteY4" fmla="*/ 132733 h 1089163"/>
                <a:gd name="connsiteX5" fmla="*/ 380254 w 3387919"/>
                <a:gd name="connsiteY5" fmla="*/ 11435 h 1089163"/>
                <a:gd name="connsiteX0" fmla="*/ 2824874 w 3174025"/>
                <a:gd name="connsiteY0" fmla="*/ 291353 h 1276504"/>
                <a:gd name="connsiteX1" fmla="*/ 3170107 w 3174025"/>
                <a:gd name="connsiteY1" fmla="*/ 291353 h 1276504"/>
                <a:gd name="connsiteX2" fmla="*/ 3160776 w 3174025"/>
                <a:gd name="connsiteY2" fmla="*/ 944496 h 1276504"/>
                <a:gd name="connsiteX3" fmla="*/ 25690 w 3174025"/>
                <a:gd name="connsiteY3" fmla="*/ 953827 h 1276504"/>
                <a:gd name="connsiteX4" fmla="*/ 63013 w 3174025"/>
                <a:gd name="connsiteY4" fmla="*/ 132733 h 1276504"/>
                <a:gd name="connsiteX5" fmla="*/ 380254 w 3174025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372272"/>
                <a:gd name="connsiteY0" fmla="*/ 179386 h 1088018"/>
                <a:gd name="connsiteX1" fmla="*/ 3057291 w 3372272"/>
                <a:gd name="connsiteY1" fmla="*/ 315104 h 1088018"/>
                <a:gd name="connsiteX2" fmla="*/ 3160776 w 3372272"/>
                <a:gd name="connsiteY2" fmla="*/ 944496 h 1088018"/>
                <a:gd name="connsiteX3" fmla="*/ 25690 w 3372272"/>
                <a:gd name="connsiteY3" fmla="*/ 953827 h 1088018"/>
                <a:gd name="connsiteX4" fmla="*/ 63013 w 3372272"/>
                <a:gd name="connsiteY4" fmla="*/ 132733 h 1088018"/>
                <a:gd name="connsiteX5" fmla="*/ 380254 w 3372272"/>
                <a:gd name="connsiteY5" fmla="*/ 11435 h 1088018"/>
                <a:gd name="connsiteX0" fmla="*/ 2815544 w 3363171"/>
                <a:gd name="connsiteY0" fmla="*/ 179386 h 1088018"/>
                <a:gd name="connsiteX1" fmla="*/ 3057291 w 3363171"/>
                <a:gd name="connsiteY1" fmla="*/ 315104 h 1088018"/>
                <a:gd name="connsiteX2" fmla="*/ 3160776 w 3363171"/>
                <a:gd name="connsiteY2" fmla="*/ 944496 h 1088018"/>
                <a:gd name="connsiteX3" fmla="*/ 25690 w 3363171"/>
                <a:gd name="connsiteY3" fmla="*/ 953827 h 1088018"/>
                <a:gd name="connsiteX4" fmla="*/ 63013 w 3363171"/>
                <a:gd name="connsiteY4" fmla="*/ 132733 h 1088018"/>
                <a:gd name="connsiteX5" fmla="*/ 380254 w 3363171"/>
                <a:gd name="connsiteY5" fmla="*/ 11435 h 1088018"/>
                <a:gd name="connsiteX0" fmla="*/ 3013112 w 3468154"/>
                <a:gd name="connsiteY0" fmla="*/ 179386 h 1070832"/>
                <a:gd name="connsiteX1" fmla="*/ 3254859 w 3468154"/>
                <a:gd name="connsiteY1" fmla="*/ 315104 h 1070832"/>
                <a:gd name="connsiteX2" fmla="*/ 3227716 w 3468154"/>
                <a:gd name="connsiteY2" fmla="*/ 997935 h 1070832"/>
                <a:gd name="connsiteX3" fmla="*/ 223258 w 3468154"/>
                <a:gd name="connsiteY3" fmla="*/ 953827 h 1070832"/>
                <a:gd name="connsiteX4" fmla="*/ 260581 w 3468154"/>
                <a:gd name="connsiteY4" fmla="*/ 132733 h 1070832"/>
                <a:gd name="connsiteX5" fmla="*/ 577822 w 3468154"/>
                <a:gd name="connsiteY5" fmla="*/ 11435 h 1070832"/>
                <a:gd name="connsiteX0" fmla="*/ 3013112 w 3472614"/>
                <a:gd name="connsiteY0" fmla="*/ 179386 h 1070832"/>
                <a:gd name="connsiteX1" fmla="*/ 3254859 w 3472614"/>
                <a:gd name="connsiteY1" fmla="*/ 315104 h 1070832"/>
                <a:gd name="connsiteX2" fmla="*/ 3227716 w 3472614"/>
                <a:gd name="connsiteY2" fmla="*/ 997935 h 1070832"/>
                <a:gd name="connsiteX3" fmla="*/ 223258 w 3472614"/>
                <a:gd name="connsiteY3" fmla="*/ 953827 h 1070832"/>
                <a:gd name="connsiteX4" fmla="*/ 260581 w 3472614"/>
                <a:gd name="connsiteY4" fmla="*/ 132733 h 1070832"/>
                <a:gd name="connsiteX5" fmla="*/ 577822 w 3472614"/>
                <a:gd name="connsiteY5" fmla="*/ 11435 h 1070832"/>
                <a:gd name="connsiteX0" fmla="*/ 3013112 w 3486440"/>
                <a:gd name="connsiteY0" fmla="*/ 179386 h 1072859"/>
                <a:gd name="connsiteX1" fmla="*/ 3290485 w 3486440"/>
                <a:gd name="connsiteY1" fmla="*/ 285415 h 1072859"/>
                <a:gd name="connsiteX2" fmla="*/ 3227716 w 3486440"/>
                <a:gd name="connsiteY2" fmla="*/ 997935 h 1072859"/>
                <a:gd name="connsiteX3" fmla="*/ 223258 w 3486440"/>
                <a:gd name="connsiteY3" fmla="*/ 953827 h 1072859"/>
                <a:gd name="connsiteX4" fmla="*/ 260581 w 3486440"/>
                <a:gd name="connsiteY4" fmla="*/ 132733 h 1072859"/>
                <a:gd name="connsiteX5" fmla="*/ 577822 w 3486440"/>
                <a:gd name="connsiteY5" fmla="*/ 11435 h 1072859"/>
                <a:gd name="connsiteX0" fmla="*/ 2994201 w 3304505"/>
                <a:gd name="connsiteY0" fmla="*/ 179386 h 1105531"/>
                <a:gd name="connsiteX1" fmla="*/ 3271574 w 3304505"/>
                <a:gd name="connsiteY1" fmla="*/ 285415 h 1105531"/>
                <a:gd name="connsiteX2" fmla="*/ 2953486 w 3304505"/>
                <a:gd name="connsiteY2" fmla="*/ 1045436 h 1105531"/>
                <a:gd name="connsiteX3" fmla="*/ 204347 w 3304505"/>
                <a:gd name="connsiteY3" fmla="*/ 953827 h 1105531"/>
                <a:gd name="connsiteX4" fmla="*/ 241670 w 3304505"/>
                <a:gd name="connsiteY4" fmla="*/ 132733 h 1105531"/>
                <a:gd name="connsiteX5" fmla="*/ 558911 w 3304505"/>
                <a:gd name="connsiteY5" fmla="*/ 11435 h 1105531"/>
                <a:gd name="connsiteX0" fmla="*/ 2994640 w 3307765"/>
                <a:gd name="connsiteY0" fmla="*/ 179386 h 1051728"/>
                <a:gd name="connsiteX1" fmla="*/ 3272013 w 3307765"/>
                <a:gd name="connsiteY1" fmla="*/ 285415 h 1051728"/>
                <a:gd name="connsiteX2" fmla="*/ 2959862 w 3307765"/>
                <a:gd name="connsiteY2" fmla="*/ 962308 h 1051728"/>
                <a:gd name="connsiteX3" fmla="*/ 204786 w 3307765"/>
                <a:gd name="connsiteY3" fmla="*/ 953827 h 1051728"/>
                <a:gd name="connsiteX4" fmla="*/ 242109 w 3307765"/>
                <a:gd name="connsiteY4" fmla="*/ 132733 h 1051728"/>
                <a:gd name="connsiteX5" fmla="*/ 559350 w 3307765"/>
                <a:gd name="connsiteY5" fmla="*/ 11435 h 1051728"/>
                <a:gd name="connsiteX0" fmla="*/ 2994640 w 3259082"/>
                <a:gd name="connsiteY0" fmla="*/ 179386 h 1049560"/>
                <a:gd name="connsiteX1" fmla="*/ 3188886 w 3259082"/>
                <a:gd name="connsiteY1" fmla="*/ 321041 h 1049560"/>
                <a:gd name="connsiteX2" fmla="*/ 2959862 w 3259082"/>
                <a:gd name="connsiteY2" fmla="*/ 962308 h 1049560"/>
                <a:gd name="connsiteX3" fmla="*/ 204786 w 3259082"/>
                <a:gd name="connsiteY3" fmla="*/ 953827 h 1049560"/>
                <a:gd name="connsiteX4" fmla="*/ 242109 w 3259082"/>
                <a:gd name="connsiteY4" fmla="*/ 132733 h 1049560"/>
                <a:gd name="connsiteX5" fmla="*/ 559350 w 3259082"/>
                <a:gd name="connsiteY5" fmla="*/ 11435 h 1049560"/>
                <a:gd name="connsiteX0" fmla="*/ 2789889 w 3054331"/>
                <a:gd name="connsiteY0" fmla="*/ 179386 h 1083317"/>
                <a:gd name="connsiteX1" fmla="*/ 2984135 w 3054331"/>
                <a:gd name="connsiteY1" fmla="*/ 321041 h 1083317"/>
                <a:gd name="connsiteX2" fmla="*/ 2755111 w 3054331"/>
                <a:gd name="connsiteY2" fmla="*/ 962308 h 1083317"/>
                <a:gd name="connsiteX3" fmla="*/ 35 w 3054331"/>
                <a:gd name="connsiteY3" fmla="*/ 953827 h 1083317"/>
                <a:gd name="connsiteX4" fmla="*/ 37358 w 3054331"/>
                <a:gd name="connsiteY4" fmla="*/ 132733 h 1083317"/>
                <a:gd name="connsiteX5" fmla="*/ 354599 w 3054331"/>
                <a:gd name="connsiteY5" fmla="*/ 11435 h 1083317"/>
                <a:gd name="connsiteX0" fmla="*/ 2852171 w 3116613"/>
                <a:gd name="connsiteY0" fmla="*/ 179386 h 1083317"/>
                <a:gd name="connsiteX1" fmla="*/ 3046417 w 3116613"/>
                <a:gd name="connsiteY1" fmla="*/ 321041 h 1083317"/>
                <a:gd name="connsiteX2" fmla="*/ 2817393 w 3116613"/>
                <a:gd name="connsiteY2" fmla="*/ 962308 h 1083317"/>
                <a:gd name="connsiteX3" fmla="*/ 62317 w 3116613"/>
                <a:gd name="connsiteY3" fmla="*/ 953827 h 1083317"/>
                <a:gd name="connsiteX4" fmla="*/ 99640 w 3116613"/>
                <a:gd name="connsiteY4" fmla="*/ 132733 h 1083317"/>
                <a:gd name="connsiteX5" fmla="*/ 416881 w 3116613"/>
                <a:gd name="connsiteY5" fmla="*/ 11435 h 1083317"/>
                <a:gd name="connsiteX0" fmla="*/ 2979295 w 3243737"/>
                <a:gd name="connsiteY0" fmla="*/ 179386 h 1049560"/>
                <a:gd name="connsiteX1" fmla="*/ 3173541 w 3243737"/>
                <a:gd name="connsiteY1" fmla="*/ 321041 h 1049560"/>
                <a:gd name="connsiteX2" fmla="*/ 2944517 w 3243737"/>
                <a:gd name="connsiteY2" fmla="*/ 962308 h 1049560"/>
                <a:gd name="connsiteX3" fmla="*/ 189441 w 3243737"/>
                <a:gd name="connsiteY3" fmla="*/ 953827 h 1049560"/>
                <a:gd name="connsiteX4" fmla="*/ 274265 w 3243737"/>
                <a:gd name="connsiteY4" fmla="*/ 132733 h 1049560"/>
                <a:gd name="connsiteX5" fmla="*/ 544005 w 3243737"/>
                <a:gd name="connsiteY5" fmla="*/ 11435 h 1049560"/>
                <a:gd name="connsiteX0" fmla="*/ 2818898 w 3068126"/>
                <a:gd name="connsiteY0" fmla="*/ 179386 h 1084121"/>
                <a:gd name="connsiteX1" fmla="*/ 3013144 w 3068126"/>
                <a:gd name="connsiteY1" fmla="*/ 321041 h 1084121"/>
                <a:gd name="connsiteX2" fmla="*/ 2784120 w 3068126"/>
                <a:gd name="connsiteY2" fmla="*/ 962308 h 1084121"/>
                <a:gd name="connsiteX3" fmla="*/ 266551 w 3068126"/>
                <a:gd name="connsiteY3" fmla="*/ 1007266 h 1084121"/>
                <a:gd name="connsiteX4" fmla="*/ 113868 w 3068126"/>
                <a:gd name="connsiteY4" fmla="*/ 132733 h 1084121"/>
                <a:gd name="connsiteX5" fmla="*/ 383608 w 3068126"/>
                <a:gd name="connsiteY5" fmla="*/ 11435 h 1084121"/>
                <a:gd name="connsiteX0" fmla="*/ 2722077 w 2971305"/>
                <a:gd name="connsiteY0" fmla="*/ 179386 h 1123102"/>
                <a:gd name="connsiteX1" fmla="*/ 2916323 w 2971305"/>
                <a:gd name="connsiteY1" fmla="*/ 321041 h 1123102"/>
                <a:gd name="connsiteX2" fmla="*/ 2687299 w 2971305"/>
                <a:gd name="connsiteY2" fmla="*/ 962308 h 1123102"/>
                <a:gd name="connsiteX3" fmla="*/ 169730 w 2971305"/>
                <a:gd name="connsiteY3" fmla="*/ 1007266 h 1123102"/>
                <a:gd name="connsiteX4" fmla="*/ 17047 w 2971305"/>
                <a:gd name="connsiteY4" fmla="*/ 132733 h 1123102"/>
                <a:gd name="connsiteX5" fmla="*/ 286787 w 2971305"/>
                <a:gd name="connsiteY5" fmla="*/ 11435 h 1123102"/>
                <a:gd name="connsiteX0" fmla="*/ 2746883 w 2996111"/>
                <a:gd name="connsiteY0" fmla="*/ 179386 h 1076415"/>
                <a:gd name="connsiteX1" fmla="*/ 2941129 w 2996111"/>
                <a:gd name="connsiteY1" fmla="*/ 321041 h 1076415"/>
                <a:gd name="connsiteX2" fmla="*/ 2712105 w 2996111"/>
                <a:gd name="connsiteY2" fmla="*/ 962308 h 1076415"/>
                <a:gd name="connsiteX3" fmla="*/ 194536 w 2996111"/>
                <a:gd name="connsiteY3" fmla="*/ 1007266 h 1076415"/>
                <a:gd name="connsiteX4" fmla="*/ 41853 w 2996111"/>
                <a:gd name="connsiteY4" fmla="*/ 132733 h 1076415"/>
                <a:gd name="connsiteX5" fmla="*/ 311593 w 2996111"/>
                <a:gd name="connsiteY5" fmla="*/ 11435 h 1076415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2955706"/>
                <a:gd name="connsiteY0" fmla="*/ 179386 h 1021998"/>
                <a:gd name="connsiteX1" fmla="*/ 2929386 w 2955706"/>
                <a:gd name="connsiteY1" fmla="*/ 321041 h 1021998"/>
                <a:gd name="connsiteX2" fmla="*/ 2700362 w 2955706"/>
                <a:gd name="connsiteY2" fmla="*/ 962308 h 1021998"/>
                <a:gd name="connsiteX3" fmla="*/ 224357 w 2955706"/>
                <a:gd name="connsiteY3" fmla="*/ 912264 h 1021998"/>
                <a:gd name="connsiteX4" fmla="*/ 30110 w 2955706"/>
                <a:gd name="connsiteY4" fmla="*/ 132733 h 1021998"/>
                <a:gd name="connsiteX5" fmla="*/ 299850 w 2955706"/>
                <a:gd name="connsiteY5" fmla="*/ 11435 h 1021998"/>
                <a:gd name="connsiteX0" fmla="*/ 2735140 w 2975143"/>
                <a:gd name="connsiteY0" fmla="*/ 179386 h 1021998"/>
                <a:gd name="connsiteX1" fmla="*/ 2929386 w 2975143"/>
                <a:gd name="connsiteY1" fmla="*/ 321041 h 1021998"/>
                <a:gd name="connsiteX2" fmla="*/ 2700362 w 2975143"/>
                <a:gd name="connsiteY2" fmla="*/ 962308 h 1021998"/>
                <a:gd name="connsiteX3" fmla="*/ 224357 w 2975143"/>
                <a:gd name="connsiteY3" fmla="*/ 912264 h 1021998"/>
                <a:gd name="connsiteX4" fmla="*/ 30110 w 2975143"/>
                <a:gd name="connsiteY4" fmla="*/ 132733 h 1021998"/>
                <a:gd name="connsiteX5" fmla="*/ 299850 w 2975143"/>
                <a:gd name="connsiteY5" fmla="*/ 11435 h 1021998"/>
                <a:gd name="connsiteX0" fmla="*/ 2786749 w 2991537"/>
                <a:gd name="connsiteY0" fmla="*/ 179386 h 1060963"/>
                <a:gd name="connsiteX1" fmla="*/ 2980995 w 2991537"/>
                <a:gd name="connsiteY1" fmla="*/ 321041 h 1060963"/>
                <a:gd name="connsiteX2" fmla="*/ 2585717 w 2991537"/>
                <a:gd name="connsiteY2" fmla="*/ 1009809 h 1060963"/>
                <a:gd name="connsiteX3" fmla="*/ 275966 w 2991537"/>
                <a:gd name="connsiteY3" fmla="*/ 912264 h 1060963"/>
                <a:gd name="connsiteX4" fmla="*/ 81719 w 2991537"/>
                <a:gd name="connsiteY4" fmla="*/ 132733 h 1060963"/>
                <a:gd name="connsiteX5" fmla="*/ 351459 w 2991537"/>
                <a:gd name="connsiteY5" fmla="*/ 11435 h 1060963"/>
                <a:gd name="connsiteX0" fmla="*/ 2786749 w 2828247"/>
                <a:gd name="connsiteY0" fmla="*/ 179386 h 1071431"/>
                <a:gd name="connsiteX1" fmla="*/ 2585717 w 2828247"/>
                <a:gd name="connsiteY1" fmla="*/ 1009809 h 1071431"/>
                <a:gd name="connsiteX2" fmla="*/ 275966 w 2828247"/>
                <a:gd name="connsiteY2" fmla="*/ 912264 h 1071431"/>
                <a:gd name="connsiteX3" fmla="*/ 81719 w 2828247"/>
                <a:gd name="connsiteY3" fmla="*/ 132733 h 1071431"/>
                <a:gd name="connsiteX4" fmla="*/ 351459 w 2828247"/>
                <a:gd name="connsiteY4" fmla="*/ 11435 h 1071431"/>
                <a:gd name="connsiteX0" fmla="*/ 2786749 w 2921528"/>
                <a:gd name="connsiteY0" fmla="*/ 179386 h 1071431"/>
                <a:gd name="connsiteX1" fmla="*/ 2585717 w 2921528"/>
                <a:gd name="connsiteY1" fmla="*/ 1009809 h 1071431"/>
                <a:gd name="connsiteX2" fmla="*/ 275966 w 2921528"/>
                <a:gd name="connsiteY2" fmla="*/ 912264 h 1071431"/>
                <a:gd name="connsiteX3" fmla="*/ 81719 w 2921528"/>
                <a:gd name="connsiteY3" fmla="*/ 132733 h 1071431"/>
                <a:gd name="connsiteX4" fmla="*/ 351459 w 2921528"/>
                <a:gd name="connsiteY4" fmla="*/ 11435 h 1071431"/>
                <a:gd name="connsiteX0" fmla="*/ 2795112 w 2994479"/>
                <a:gd name="connsiteY0" fmla="*/ 179386 h 1053919"/>
                <a:gd name="connsiteX1" fmla="*/ 2730646 w 2994479"/>
                <a:gd name="connsiteY1" fmla="*/ 986058 h 1053919"/>
                <a:gd name="connsiteX2" fmla="*/ 284329 w 2994479"/>
                <a:gd name="connsiteY2" fmla="*/ 912264 h 1053919"/>
                <a:gd name="connsiteX3" fmla="*/ 90082 w 2994479"/>
                <a:gd name="connsiteY3" fmla="*/ 132733 h 1053919"/>
                <a:gd name="connsiteX4" fmla="*/ 359822 w 2994479"/>
                <a:gd name="connsiteY4" fmla="*/ 11435 h 1053919"/>
                <a:gd name="connsiteX0" fmla="*/ 2671707 w 2871074"/>
                <a:gd name="connsiteY0" fmla="*/ 167951 h 1048215"/>
                <a:gd name="connsiteX1" fmla="*/ 2607241 w 2871074"/>
                <a:gd name="connsiteY1" fmla="*/ 974623 h 1048215"/>
                <a:gd name="connsiteX2" fmla="*/ 160924 w 2871074"/>
                <a:gd name="connsiteY2" fmla="*/ 900829 h 1048215"/>
                <a:gd name="connsiteX3" fmla="*/ 236417 w 2871074"/>
                <a:gd name="connsiteY3" fmla="*/ 0 h 1048215"/>
                <a:gd name="connsiteX0" fmla="*/ 2713222 w 2912589"/>
                <a:gd name="connsiteY0" fmla="*/ 167951 h 1048215"/>
                <a:gd name="connsiteX1" fmla="*/ 2648756 w 2912589"/>
                <a:gd name="connsiteY1" fmla="*/ 974623 h 1048215"/>
                <a:gd name="connsiteX2" fmla="*/ 202439 w 2912589"/>
                <a:gd name="connsiteY2" fmla="*/ 900829 h 1048215"/>
                <a:gd name="connsiteX3" fmla="*/ 277932 w 2912589"/>
                <a:gd name="connsiteY3" fmla="*/ 0 h 1048215"/>
                <a:gd name="connsiteX0" fmla="*/ 2717891 w 2917258"/>
                <a:gd name="connsiteY0" fmla="*/ 29 h 872293"/>
                <a:gd name="connsiteX1" fmla="*/ 2653425 w 2917258"/>
                <a:gd name="connsiteY1" fmla="*/ 806701 h 872293"/>
                <a:gd name="connsiteX2" fmla="*/ 207108 w 2917258"/>
                <a:gd name="connsiteY2" fmla="*/ 732907 h 872293"/>
                <a:gd name="connsiteX3" fmla="*/ 270726 w 2917258"/>
                <a:gd name="connsiteY3" fmla="*/ 4270 h 872293"/>
                <a:gd name="connsiteX0" fmla="*/ 2634944 w 2825248"/>
                <a:gd name="connsiteY0" fmla="*/ 29 h 884820"/>
                <a:gd name="connsiteX1" fmla="*/ 2570478 w 2825248"/>
                <a:gd name="connsiteY1" fmla="*/ 806701 h 884820"/>
                <a:gd name="connsiteX2" fmla="*/ 260728 w 2825248"/>
                <a:gd name="connsiteY2" fmla="*/ 762595 h 884820"/>
                <a:gd name="connsiteX3" fmla="*/ 187779 w 2825248"/>
                <a:gd name="connsiteY3" fmla="*/ 4270 h 884820"/>
                <a:gd name="connsiteX0" fmla="*/ 2637264 w 2847696"/>
                <a:gd name="connsiteY0" fmla="*/ 28 h 897001"/>
                <a:gd name="connsiteX1" fmla="*/ 2608424 w 2847696"/>
                <a:gd name="connsiteY1" fmla="*/ 824513 h 897001"/>
                <a:gd name="connsiteX2" fmla="*/ 263048 w 2847696"/>
                <a:gd name="connsiteY2" fmla="*/ 762594 h 897001"/>
                <a:gd name="connsiteX3" fmla="*/ 190099 w 2847696"/>
                <a:gd name="connsiteY3" fmla="*/ 4269 h 897001"/>
                <a:gd name="connsiteX0" fmla="*/ 2637264 w 2840375"/>
                <a:gd name="connsiteY0" fmla="*/ 27 h 884201"/>
                <a:gd name="connsiteX1" fmla="*/ 2608424 w 2840375"/>
                <a:gd name="connsiteY1" fmla="*/ 824512 h 884201"/>
                <a:gd name="connsiteX2" fmla="*/ 263048 w 2840375"/>
                <a:gd name="connsiteY2" fmla="*/ 762593 h 884201"/>
                <a:gd name="connsiteX3" fmla="*/ 190099 w 2840375"/>
                <a:gd name="connsiteY3" fmla="*/ 4268 h 884201"/>
                <a:gd name="connsiteX0" fmla="*/ 2635330 w 2821819"/>
                <a:gd name="connsiteY0" fmla="*/ 28 h 861458"/>
                <a:gd name="connsiteX1" fmla="*/ 2576802 w 2821819"/>
                <a:gd name="connsiteY1" fmla="*/ 788887 h 861458"/>
                <a:gd name="connsiteX2" fmla="*/ 261114 w 2821819"/>
                <a:gd name="connsiteY2" fmla="*/ 762594 h 861458"/>
                <a:gd name="connsiteX3" fmla="*/ 188165 w 2821819"/>
                <a:gd name="connsiteY3" fmla="*/ 4269 h 86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1819" h="861458">
                  <a:moveTo>
                    <a:pt x="2635330" y="28"/>
                  </a:moveTo>
                  <a:cubicBezTo>
                    <a:pt x="2830954" y="-5097"/>
                    <a:pt x="2954692" y="691482"/>
                    <a:pt x="2576802" y="788887"/>
                  </a:cubicBezTo>
                  <a:cubicBezTo>
                    <a:pt x="2198912" y="886292"/>
                    <a:pt x="659220" y="893364"/>
                    <a:pt x="261114" y="762594"/>
                  </a:cubicBezTo>
                  <a:cubicBezTo>
                    <a:pt x="-136992" y="631824"/>
                    <a:pt x="-11631" y="13813"/>
                    <a:pt x="188165" y="4269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D0A458C0-7F86-1F40-40C4-8B60E34AD483}"/>
                </a:ext>
              </a:extLst>
            </p:cNvPr>
            <p:cNvSpPr/>
            <p:nvPr/>
          </p:nvSpPr>
          <p:spPr>
            <a:xfrm>
              <a:off x="4482036" y="4881780"/>
              <a:ext cx="2821819" cy="861458"/>
            </a:xfrm>
            <a:custGeom>
              <a:avLst/>
              <a:gdLst>
                <a:gd name="connsiteX0" fmla="*/ 3032117 w 3616562"/>
                <a:gd name="connsiteY0" fmla="*/ 291353 h 1042016"/>
                <a:gd name="connsiteX1" fmla="*/ 3377350 w 3616562"/>
                <a:gd name="connsiteY1" fmla="*/ 291353 h 1042016"/>
                <a:gd name="connsiteX2" fmla="*/ 3368019 w 3616562"/>
                <a:gd name="connsiteY2" fmla="*/ 944496 h 1042016"/>
                <a:gd name="connsiteX3" fmla="*/ 232933 w 3616562"/>
                <a:gd name="connsiteY3" fmla="*/ 953827 h 1042016"/>
                <a:gd name="connsiteX4" fmla="*/ 270256 w 3616562"/>
                <a:gd name="connsiteY4" fmla="*/ 132733 h 1042016"/>
                <a:gd name="connsiteX5" fmla="*/ 587497 w 3616562"/>
                <a:gd name="connsiteY5" fmla="*/ 11435 h 1042016"/>
                <a:gd name="connsiteX0" fmla="*/ 2824874 w 3409319"/>
                <a:gd name="connsiteY0" fmla="*/ 291353 h 1089163"/>
                <a:gd name="connsiteX1" fmla="*/ 3170107 w 3409319"/>
                <a:gd name="connsiteY1" fmla="*/ 291353 h 1089163"/>
                <a:gd name="connsiteX2" fmla="*/ 3160776 w 3409319"/>
                <a:gd name="connsiteY2" fmla="*/ 944496 h 1089163"/>
                <a:gd name="connsiteX3" fmla="*/ 25690 w 3409319"/>
                <a:gd name="connsiteY3" fmla="*/ 953827 h 1089163"/>
                <a:gd name="connsiteX4" fmla="*/ 63013 w 3409319"/>
                <a:gd name="connsiteY4" fmla="*/ 132733 h 1089163"/>
                <a:gd name="connsiteX5" fmla="*/ 380254 w 3409319"/>
                <a:gd name="connsiteY5" fmla="*/ 11435 h 1089163"/>
                <a:gd name="connsiteX0" fmla="*/ 2824874 w 3387919"/>
                <a:gd name="connsiteY0" fmla="*/ 291353 h 1089163"/>
                <a:gd name="connsiteX1" fmla="*/ 3170107 w 3387919"/>
                <a:gd name="connsiteY1" fmla="*/ 291353 h 1089163"/>
                <a:gd name="connsiteX2" fmla="*/ 3160776 w 3387919"/>
                <a:gd name="connsiteY2" fmla="*/ 944496 h 1089163"/>
                <a:gd name="connsiteX3" fmla="*/ 25690 w 3387919"/>
                <a:gd name="connsiteY3" fmla="*/ 953827 h 1089163"/>
                <a:gd name="connsiteX4" fmla="*/ 63013 w 3387919"/>
                <a:gd name="connsiteY4" fmla="*/ 132733 h 1089163"/>
                <a:gd name="connsiteX5" fmla="*/ 380254 w 3387919"/>
                <a:gd name="connsiteY5" fmla="*/ 11435 h 1089163"/>
                <a:gd name="connsiteX0" fmla="*/ 2824874 w 3174025"/>
                <a:gd name="connsiteY0" fmla="*/ 291353 h 1276504"/>
                <a:gd name="connsiteX1" fmla="*/ 3170107 w 3174025"/>
                <a:gd name="connsiteY1" fmla="*/ 291353 h 1276504"/>
                <a:gd name="connsiteX2" fmla="*/ 3160776 w 3174025"/>
                <a:gd name="connsiteY2" fmla="*/ 944496 h 1276504"/>
                <a:gd name="connsiteX3" fmla="*/ 25690 w 3174025"/>
                <a:gd name="connsiteY3" fmla="*/ 953827 h 1276504"/>
                <a:gd name="connsiteX4" fmla="*/ 63013 w 3174025"/>
                <a:gd name="connsiteY4" fmla="*/ 132733 h 1276504"/>
                <a:gd name="connsiteX5" fmla="*/ 380254 w 3174025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372272"/>
                <a:gd name="connsiteY0" fmla="*/ 179386 h 1088018"/>
                <a:gd name="connsiteX1" fmla="*/ 3057291 w 3372272"/>
                <a:gd name="connsiteY1" fmla="*/ 315104 h 1088018"/>
                <a:gd name="connsiteX2" fmla="*/ 3160776 w 3372272"/>
                <a:gd name="connsiteY2" fmla="*/ 944496 h 1088018"/>
                <a:gd name="connsiteX3" fmla="*/ 25690 w 3372272"/>
                <a:gd name="connsiteY3" fmla="*/ 953827 h 1088018"/>
                <a:gd name="connsiteX4" fmla="*/ 63013 w 3372272"/>
                <a:gd name="connsiteY4" fmla="*/ 132733 h 1088018"/>
                <a:gd name="connsiteX5" fmla="*/ 380254 w 3372272"/>
                <a:gd name="connsiteY5" fmla="*/ 11435 h 1088018"/>
                <a:gd name="connsiteX0" fmla="*/ 2815544 w 3363171"/>
                <a:gd name="connsiteY0" fmla="*/ 179386 h 1088018"/>
                <a:gd name="connsiteX1" fmla="*/ 3057291 w 3363171"/>
                <a:gd name="connsiteY1" fmla="*/ 315104 h 1088018"/>
                <a:gd name="connsiteX2" fmla="*/ 3160776 w 3363171"/>
                <a:gd name="connsiteY2" fmla="*/ 944496 h 1088018"/>
                <a:gd name="connsiteX3" fmla="*/ 25690 w 3363171"/>
                <a:gd name="connsiteY3" fmla="*/ 953827 h 1088018"/>
                <a:gd name="connsiteX4" fmla="*/ 63013 w 3363171"/>
                <a:gd name="connsiteY4" fmla="*/ 132733 h 1088018"/>
                <a:gd name="connsiteX5" fmla="*/ 380254 w 3363171"/>
                <a:gd name="connsiteY5" fmla="*/ 11435 h 1088018"/>
                <a:gd name="connsiteX0" fmla="*/ 3013112 w 3468154"/>
                <a:gd name="connsiteY0" fmla="*/ 179386 h 1070832"/>
                <a:gd name="connsiteX1" fmla="*/ 3254859 w 3468154"/>
                <a:gd name="connsiteY1" fmla="*/ 315104 h 1070832"/>
                <a:gd name="connsiteX2" fmla="*/ 3227716 w 3468154"/>
                <a:gd name="connsiteY2" fmla="*/ 997935 h 1070832"/>
                <a:gd name="connsiteX3" fmla="*/ 223258 w 3468154"/>
                <a:gd name="connsiteY3" fmla="*/ 953827 h 1070832"/>
                <a:gd name="connsiteX4" fmla="*/ 260581 w 3468154"/>
                <a:gd name="connsiteY4" fmla="*/ 132733 h 1070832"/>
                <a:gd name="connsiteX5" fmla="*/ 577822 w 3468154"/>
                <a:gd name="connsiteY5" fmla="*/ 11435 h 1070832"/>
                <a:gd name="connsiteX0" fmla="*/ 3013112 w 3472614"/>
                <a:gd name="connsiteY0" fmla="*/ 179386 h 1070832"/>
                <a:gd name="connsiteX1" fmla="*/ 3254859 w 3472614"/>
                <a:gd name="connsiteY1" fmla="*/ 315104 h 1070832"/>
                <a:gd name="connsiteX2" fmla="*/ 3227716 w 3472614"/>
                <a:gd name="connsiteY2" fmla="*/ 997935 h 1070832"/>
                <a:gd name="connsiteX3" fmla="*/ 223258 w 3472614"/>
                <a:gd name="connsiteY3" fmla="*/ 953827 h 1070832"/>
                <a:gd name="connsiteX4" fmla="*/ 260581 w 3472614"/>
                <a:gd name="connsiteY4" fmla="*/ 132733 h 1070832"/>
                <a:gd name="connsiteX5" fmla="*/ 577822 w 3472614"/>
                <a:gd name="connsiteY5" fmla="*/ 11435 h 1070832"/>
                <a:gd name="connsiteX0" fmla="*/ 3013112 w 3486440"/>
                <a:gd name="connsiteY0" fmla="*/ 179386 h 1072859"/>
                <a:gd name="connsiteX1" fmla="*/ 3290485 w 3486440"/>
                <a:gd name="connsiteY1" fmla="*/ 285415 h 1072859"/>
                <a:gd name="connsiteX2" fmla="*/ 3227716 w 3486440"/>
                <a:gd name="connsiteY2" fmla="*/ 997935 h 1072859"/>
                <a:gd name="connsiteX3" fmla="*/ 223258 w 3486440"/>
                <a:gd name="connsiteY3" fmla="*/ 953827 h 1072859"/>
                <a:gd name="connsiteX4" fmla="*/ 260581 w 3486440"/>
                <a:gd name="connsiteY4" fmla="*/ 132733 h 1072859"/>
                <a:gd name="connsiteX5" fmla="*/ 577822 w 3486440"/>
                <a:gd name="connsiteY5" fmla="*/ 11435 h 1072859"/>
                <a:gd name="connsiteX0" fmla="*/ 2994201 w 3304505"/>
                <a:gd name="connsiteY0" fmla="*/ 179386 h 1105531"/>
                <a:gd name="connsiteX1" fmla="*/ 3271574 w 3304505"/>
                <a:gd name="connsiteY1" fmla="*/ 285415 h 1105531"/>
                <a:gd name="connsiteX2" fmla="*/ 2953486 w 3304505"/>
                <a:gd name="connsiteY2" fmla="*/ 1045436 h 1105531"/>
                <a:gd name="connsiteX3" fmla="*/ 204347 w 3304505"/>
                <a:gd name="connsiteY3" fmla="*/ 953827 h 1105531"/>
                <a:gd name="connsiteX4" fmla="*/ 241670 w 3304505"/>
                <a:gd name="connsiteY4" fmla="*/ 132733 h 1105531"/>
                <a:gd name="connsiteX5" fmla="*/ 558911 w 3304505"/>
                <a:gd name="connsiteY5" fmla="*/ 11435 h 1105531"/>
                <a:gd name="connsiteX0" fmla="*/ 2994640 w 3307765"/>
                <a:gd name="connsiteY0" fmla="*/ 179386 h 1051728"/>
                <a:gd name="connsiteX1" fmla="*/ 3272013 w 3307765"/>
                <a:gd name="connsiteY1" fmla="*/ 285415 h 1051728"/>
                <a:gd name="connsiteX2" fmla="*/ 2959862 w 3307765"/>
                <a:gd name="connsiteY2" fmla="*/ 962308 h 1051728"/>
                <a:gd name="connsiteX3" fmla="*/ 204786 w 3307765"/>
                <a:gd name="connsiteY3" fmla="*/ 953827 h 1051728"/>
                <a:gd name="connsiteX4" fmla="*/ 242109 w 3307765"/>
                <a:gd name="connsiteY4" fmla="*/ 132733 h 1051728"/>
                <a:gd name="connsiteX5" fmla="*/ 559350 w 3307765"/>
                <a:gd name="connsiteY5" fmla="*/ 11435 h 1051728"/>
                <a:gd name="connsiteX0" fmla="*/ 2994640 w 3259082"/>
                <a:gd name="connsiteY0" fmla="*/ 179386 h 1049560"/>
                <a:gd name="connsiteX1" fmla="*/ 3188886 w 3259082"/>
                <a:gd name="connsiteY1" fmla="*/ 321041 h 1049560"/>
                <a:gd name="connsiteX2" fmla="*/ 2959862 w 3259082"/>
                <a:gd name="connsiteY2" fmla="*/ 962308 h 1049560"/>
                <a:gd name="connsiteX3" fmla="*/ 204786 w 3259082"/>
                <a:gd name="connsiteY3" fmla="*/ 953827 h 1049560"/>
                <a:gd name="connsiteX4" fmla="*/ 242109 w 3259082"/>
                <a:gd name="connsiteY4" fmla="*/ 132733 h 1049560"/>
                <a:gd name="connsiteX5" fmla="*/ 559350 w 3259082"/>
                <a:gd name="connsiteY5" fmla="*/ 11435 h 1049560"/>
                <a:gd name="connsiteX0" fmla="*/ 2789889 w 3054331"/>
                <a:gd name="connsiteY0" fmla="*/ 179386 h 1083317"/>
                <a:gd name="connsiteX1" fmla="*/ 2984135 w 3054331"/>
                <a:gd name="connsiteY1" fmla="*/ 321041 h 1083317"/>
                <a:gd name="connsiteX2" fmla="*/ 2755111 w 3054331"/>
                <a:gd name="connsiteY2" fmla="*/ 962308 h 1083317"/>
                <a:gd name="connsiteX3" fmla="*/ 35 w 3054331"/>
                <a:gd name="connsiteY3" fmla="*/ 953827 h 1083317"/>
                <a:gd name="connsiteX4" fmla="*/ 37358 w 3054331"/>
                <a:gd name="connsiteY4" fmla="*/ 132733 h 1083317"/>
                <a:gd name="connsiteX5" fmla="*/ 354599 w 3054331"/>
                <a:gd name="connsiteY5" fmla="*/ 11435 h 1083317"/>
                <a:gd name="connsiteX0" fmla="*/ 2852171 w 3116613"/>
                <a:gd name="connsiteY0" fmla="*/ 179386 h 1083317"/>
                <a:gd name="connsiteX1" fmla="*/ 3046417 w 3116613"/>
                <a:gd name="connsiteY1" fmla="*/ 321041 h 1083317"/>
                <a:gd name="connsiteX2" fmla="*/ 2817393 w 3116613"/>
                <a:gd name="connsiteY2" fmla="*/ 962308 h 1083317"/>
                <a:gd name="connsiteX3" fmla="*/ 62317 w 3116613"/>
                <a:gd name="connsiteY3" fmla="*/ 953827 h 1083317"/>
                <a:gd name="connsiteX4" fmla="*/ 99640 w 3116613"/>
                <a:gd name="connsiteY4" fmla="*/ 132733 h 1083317"/>
                <a:gd name="connsiteX5" fmla="*/ 416881 w 3116613"/>
                <a:gd name="connsiteY5" fmla="*/ 11435 h 1083317"/>
                <a:gd name="connsiteX0" fmla="*/ 2979295 w 3243737"/>
                <a:gd name="connsiteY0" fmla="*/ 179386 h 1049560"/>
                <a:gd name="connsiteX1" fmla="*/ 3173541 w 3243737"/>
                <a:gd name="connsiteY1" fmla="*/ 321041 h 1049560"/>
                <a:gd name="connsiteX2" fmla="*/ 2944517 w 3243737"/>
                <a:gd name="connsiteY2" fmla="*/ 962308 h 1049560"/>
                <a:gd name="connsiteX3" fmla="*/ 189441 w 3243737"/>
                <a:gd name="connsiteY3" fmla="*/ 953827 h 1049560"/>
                <a:gd name="connsiteX4" fmla="*/ 274265 w 3243737"/>
                <a:gd name="connsiteY4" fmla="*/ 132733 h 1049560"/>
                <a:gd name="connsiteX5" fmla="*/ 544005 w 3243737"/>
                <a:gd name="connsiteY5" fmla="*/ 11435 h 1049560"/>
                <a:gd name="connsiteX0" fmla="*/ 2818898 w 3068126"/>
                <a:gd name="connsiteY0" fmla="*/ 179386 h 1084121"/>
                <a:gd name="connsiteX1" fmla="*/ 3013144 w 3068126"/>
                <a:gd name="connsiteY1" fmla="*/ 321041 h 1084121"/>
                <a:gd name="connsiteX2" fmla="*/ 2784120 w 3068126"/>
                <a:gd name="connsiteY2" fmla="*/ 962308 h 1084121"/>
                <a:gd name="connsiteX3" fmla="*/ 266551 w 3068126"/>
                <a:gd name="connsiteY3" fmla="*/ 1007266 h 1084121"/>
                <a:gd name="connsiteX4" fmla="*/ 113868 w 3068126"/>
                <a:gd name="connsiteY4" fmla="*/ 132733 h 1084121"/>
                <a:gd name="connsiteX5" fmla="*/ 383608 w 3068126"/>
                <a:gd name="connsiteY5" fmla="*/ 11435 h 1084121"/>
                <a:gd name="connsiteX0" fmla="*/ 2722077 w 2971305"/>
                <a:gd name="connsiteY0" fmla="*/ 179386 h 1123102"/>
                <a:gd name="connsiteX1" fmla="*/ 2916323 w 2971305"/>
                <a:gd name="connsiteY1" fmla="*/ 321041 h 1123102"/>
                <a:gd name="connsiteX2" fmla="*/ 2687299 w 2971305"/>
                <a:gd name="connsiteY2" fmla="*/ 962308 h 1123102"/>
                <a:gd name="connsiteX3" fmla="*/ 169730 w 2971305"/>
                <a:gd name="connsiteY3" fmla="*/ 1007266 h 1123102"/>
                <a:gd name="connsiteX4" fmla="*/ 17047 w 2971305"/>
                <a:gd name="connsiteY4" fmla="*/ 132733 h 1123102"/>
                <a:gd name="connsiteX5" fmla="*/ 286787 w 2971305"/>
                <a:gd name="connsiteY5" fmla="*/ 11435 h 1123102"/>
                <a:gd name="connsiteX0" fmla="*/ 2746883 w 2996111"/>
                <a:gd name="connsiteY0" fmla="*/ 179386 h 1076415"/>
                <a:gd name="connsiteX1" fmla="*/ 2941129 w 2996111"/>
                <a:gd name="connsiteY1" fmla="*/ 321041 h 1076415"/>
                <a:gd name="connsiteX2" fmla="*/ 2712105 w 2996111"/>
                <a:gd name="connsiteY2" fmla="*/ 962308 h 1076415"/>
                <a:gd name="connsiteX3" fmla="*/ 194536 w 2996111"/>
                <a:gd name="connsiteY3" fmla="*/ 1007266 h 1076415"/>
                <a:gd name="connsiteX4" fmla="*/ 41853 w 2996111"/>
                <a:gd name="connsiteY4" fmla="*/ 132733 h 1076415"/>
                <a:gd name="connsiteX5" fmla="*/ 311593 w 2996111"/>
                <a:gd name="connsiteY5" fmla="*/ 11435 h 1076415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2955706"/>
                <a:gd name="connsiteY0" fmla="*/ 179386 h 1021998"/>
                <a:gd name="connsiteX1" fmla="*/ 2929386 w 2955706"/>
                <a:gd name="connsiteY1" fmla="*/ 321041 h 1021998"/>
                <a:gd name="connsiteX2" fmla="*/ 2700362 w 2955706"/>
                <a:gd name="connsiteY2" fmla="*/ 962308 h 1021998"/>
                <a:gd name="connsiteX3" fmla="*/ 224357 w 2955706"/>
                <a:gd name="connsiteY3" fmla="*/ 912264 h 1021998"/>
                <a:gd name="connsiteX4" fmla="*/ 30110 w 2955706"/>
                <a:gd name="connsiteY4" fmla="*/ 132733 h 1021998"/>
                <a:gd name="connsiteX5" fmla="*/ 299850 w 2955706"/>
                <a:gd name="connsiteY5" fmla="*/ 11435 h 1021998"/>
                <a:gd name="connsiteX0" fmla="*/ 2735140 w 2975143"/>
                <a:gd name="connsiteY0" fmla="*/ 179386 h 1021998"/>
                <a:gd name="connsiteX1" fmla="*/ 2929386 w 2975143"/>
                <a:gd name="connsiteY1" fmla="*/ 321041 h 1021998"/>
                <a:gd name="connsiteX2" fmla="*/ 2700362 w 2975143"/>
                <a:gd name="connsiteY2" fmla="*/ 962308 h 1021998"/>
                <a:gd name="connsiteX3" fmla="*/ 224357 w 2975143"/>
                <a:gd name="connsiteY3" fmla="*/ 912264 h 1021998"/>
                <a:gd name="connsiteX4" fmla="*/ 30110 w 2975143"/>
                <a:gd name="connsiteY4" fmla="*/ 132733 h 1021998"/>
                <a:gd name="connsiteX5" fmla="*/ 299850 w 2975143"/>
                <a:gd name="connsiteY5" fmla="*/ 11435 h 1021998"/>
                <a:gd name="connsiteX0" fmla="*/ 2786749 w 2991537"/>
                <a:gd name="connsiteY0" fmla="*/ 179386 h 1060963"/>
                <a:gd name="connsiteX1" fmla="*/ 2980995 w 2991537"/>
                <a:gd name="connsiteY1" fmla="*/ 321041 h 1060963"/>
                <a:gd name="connsiteX2" fmla="*/ 2585717 w 2991537"/>
                <a:gd name="connsiteY2" fmla="*/ 1009809 h 1060963"/>
                <a:gd name="connsiteX3" fmla="*/ 275966 w 2991537"/>
                <a:gd name="connsiteY3" fmla="*/ 912264 h 1060963"/>
                <a:gd name="connsiteX4" fmla="*/ 81719 w 2991537"/>
                <a:gd name="connsiteY4" fmla="*/ 132733 h 1060963"/>
                <a:gd name="connsiteX5" fmla="*/ 351459 w 2991537"/>
                <a:gd name="connsiteY5" fmla="*/ 11435 h 1060963"/>
                <a:gd name="connsiteX0" fmla="*/ 2786749 w 2828247"/>
                <a:gd name="connsiteY0" fmla="*/ 179386 h 1071431"/>
                <a:gd name="connsiteX1" fmla="*/ 2585717 w 2828247"/>
                <a:gd name="connsiteY1" fmla="*/ 1009809 h 1071431"/>
                <a:gd name="connsiteX2" fmla="*/ 275966 w 2828247"/>
                <a:gd name="connsiteY2" fmla="*/ 912264 h 1071431"/>
                <a:gd name="connsiteX3" fmla="*/ 81719 w 2828247"/>
                <a:gd name="connsiteY3" fmla="*/ 132733 h 1071431"/>
                <a:gd name="connsiteX4" fmla="*/ 351459 w 2828247"/>
                <a:gd name="connsiteY4" fmla="*/ 11435 h 1071431"/>
                <a:gd name="connsiteX0" fmla="*/ 2786749 w 2921528"/>
                <a:gd name="connsiteY0" fmla="*/ 179386 h 1071431"/>
                <a:gd name="connsiteX1" fmla="*/ 2585717 w 2921528"/>
                <a:gd name="connsiteY1" fmla="*/ 1009809 h 1071431"/>
                <a:gd name="connsiteX2" fmla="*/ 275966 w 2921528"/>
                <a:gd name="connsiteY2" fmla="*/ 912264 h 1071431"/>
                <a:gd name="connsiteX3" fmla="*/ 81719 w 2921528"/>
                <a:gd name="connsiteY3" fmla="*/ 132733 h 1071431"/>
                <a:gd name="connsiteX4" fmla="*/ 351459 w 2921528"/>
                <a:gd name="connsiteY4" fmla="*/ 11435 h 1071431"/>
                <a:gd name="connsiteX0" fmla="*/ 2795112 w 2994479"/>
                <a:gd name="connsiteY0" fmla="*/ 179386 h 1053919"/>
                <a:gd name="connsiteX1" fmla="*/ 2730646 w 2994479"/>
                <a:gd name="connsiteY1" fmla="*/ 986058 h 1053919"/>
                <a:gd name="connsiteX2" fmla="*/ 284329 w 2994479"/>
                <a:gd name="connsiteY2" fmla="*/ 912264 h 1053919"/>
                <a:gd name="connsiteX3" fmla="*/ 90082 w 2994479"/>
                <a:gd name="connsiteY3" fmla="*/ 132733 h 1053919"/>
                <a:gd name="connsiteX4" fmla="*/ 359822 w 2994479"/>
                <a:gd name="connsiteY4" fmla="*/ 11435 h 1053919"/>
                <a:gd name="connsiteX0" fmla="*/ 2671707 w 2871074"/>
                <a:gd name="connsiteY0" fmla="*/ 167951 h 1048215"/>
                <a:gd name="connsiteX1" fmla="*/ 2607241 w 2871074"/>
                <a:gd name="connsiteY1" fmla="*/ 974623 h 1048215"/>
                <a:gd name="connsiteX2" fmla="*/ 160924 w 2871074"/>
                <a:gd name="connsiteY2" fmla="*/ 900829 h 1048215"/>
                <a:gd name="connsiteX3" fmla="*/ 236417 w 2871074"/>
                <a:gd name="connsiteY3" fmla="*/ 0 h 1048215"/>
                <a:gd name="connsiteX0" fmla="*/ 2713222 w 2912589"/>
                <a:gd name="connsiteY0" fmla="*/ 167951 h 1048215"/>
                <a:gd name="connsiteX1" fmla="*/ 2648756 w 2912589"/>
                <a:gd name="connsiteY1" fmla="*/ 974623 h 1048215"/>
                <a:gd name="connsiteX2" fmla="*/ 202439 w 2912589"/>
                <a:gd name="connsiteY2" fmla="*/ 900829 h 1048215"/>
                <a:gd name="connsiteX3" fmla="*/ 277932 w 2912589"/>
                <a:gd name="connsiteY3" fmla="*/ 0 h 1048215"/>
                <a:gd name="connsiteX0" fmla="*/ 2717891 w 2917258"/>
                <a:gd name="connsiteY0" fmla="*/ 29 h 872293"/>
                <a:gd name="connsiteX1" fmla="*/ 2653425 w 2917258"/>
                <a:gd name="connsiteY1" fmla="*/ 806701 h 872293"/>
                <a:gd name="connsiteX2" fmla="*/ 207108 w 2917258"/>
                <a:gd name="connsiteY2" fmla="*/ 732907 h 872293"/>
                <a:gd name="connsiteX3" fmla="*/ 270726 w 2917258"/>
                <a:gd name="connsiteY3" fmla="*/ 4270 h 872293"/>
                <a:gd name="connsiteX0" fmla="*/ 2634944 w 2825248"/>
                <a:gd name="connsiteY0" fmla="*/ 29 h 884820"/>
                <a:gd name="connsiteX1" fmla="*/ 2570478 w 2825248"/>
                <a:gd name="connsiteY1" fmla="*/ 806701 h 884820"/>
                <a:gd name="connsiteX2" fmla="*/ 260728 w 2825248"/>
                <a:gd name="connsiteY2" fmla="*/ 762595 h 884820"/>
                <a:gd name="connsiteX3" fmla="*/ 187779 w 2825248"/>
                <a:gd name="connsiteY3" fmla="*/ 4270 h 884820"/>
                <a:gd name="connsiteX0" fmla="*/ 2637264 w 2847696"/>
                <a:gd name="connsiteY0" fmla="*/ 28 h 897001"/>
                <a:gd name="connsiteX1" fmla="*/ 2608424 w 2847696"/>
                <a:gd name="connsiteY1" fmla="*/ 824513 h 897001"/>
                <a:gd name="connsiteX2" fmla="*/ 263048 w 2847696"/>
                <a:gd name="connsiteY2" fmla="*/ 762594 h 897001"/>
                <a:gd name="connsiteX3" fmla="*/ 190099 w 2847696"/>
                <a:gd name="connsiteY3" fmla="*/ 4269 h 897001"/>
                <a:gd name="connsiteX0" fmla="*/ 2637264 w 2840375"/>
                <a:gd name="connsiteY0" fmla="*/ 27 h 884201"/>
                <a:gd name="connsiteX1" fmla="*/ 2608424 w 2840375"/>
                <a:gd name="connsiteY1" fmla="*/ 824512 h 884201"/>
                <a:gd name="connsiteX2" fmla="*/ 263048 w 2840375"/>
                <a:gd name="connsiteY2" fmla="*/ 762593 h 884201"/>
                <a:gd name="connsiteX3" fmla="*/ 190099 w 2840375"/>
                <a:gd name="connsiteY3" fmla="*/ 4268 h 884201"/>
                <a:gd name="connsiteX0" fmla="*/ 2635330 w 2821819"/>
                <a:gd name="connsiteY0" fmla="*/ 28 h 861458"/>
                <a:gd name="connsiteX1" fmla="*/ 2576802 w 2821819"/>
                <a:gd name="connsiteY1" fmla="*/ 788887 h 861458"/>
                <a:gd name="connsiteX2" fmla="*/ 261114 w 2821819"/>
                <a:gd name="connsiteY2" fmla="*/ 762594 h 861458"/>
                <a:gd name="connsiteX3" fmla="*/ 188165 w 2821819"/>
                <a:gd name="connsiteY3" fmla="*/ 4269 h 86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1819" h="861458">
                  <a:moveTo>
                    <a:pt x="2635330" y="28"/>
                  </a:moveTo>
                  <a:cubicBezTo>
                    <a:pt x="2830954" y="-5097"/>
                    <a:pt x="2954692" y="691482"/>
                    <a:pt x="2576802" y="788887"/>
                  </a:cubicBezTo>
                  <a:cubicBezTo>
                    <a:pt x="2198912" y="886292"/>
                    <a:pt x="659220" y="893364"/>
                    <a:pt x="261114" y="762594"/>
                  </a:cubicBezTo>
                  <a:cubicBezTo>
                    <a:pt x="-136992" y="631824"/>
                    <a:pt x="-11631" y="13813"/>
                    <a:pt x="188165" y="4269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6A5397A-1A97-FC7A-229B-93AFB84ECE53}"/>
                </a:ext>
              </a:extLst>
            </p:cNvPr>
            <p:cNvSpPr/>
            <p:nvPr/>
          </p:nvSpPr>
          <p:spPr>
            <a:xfrm>
              <a:off x="8636030" y="4861861"/>
              <a:ext cx="2821819" cy="861458"/>
            </a:xfrm>
            <a:custGeom>
              <a:avLst/>
              <a:gdLst>
                <a:gd name="connsiteX0" fmla="*/ 3032117 w 3616562"/>
                <a:gd name="connsiteY0" fmla="*/ 291353 h 1042016"/>
                <a:gd name="connsiteX1" fmla="*/ 3377350 w 3616562"/>
                <a:gd name="connsiteY1" fmla="*/ 291353 h 1042016"/>
                <a:gd name="connsiteX2" fmla="*/ 3368019 w 3616562"/>
                <a:gd name="connsiteY2" fmla="*/ 944496 h 1042016"/>
                <a:gd name="connsiteX3" fmla="*/ 232933 w 3616562"/>
                <a:gd name="connsiteY3" fmla="*/ 953827 h 1042016"/>
                <a:gd name="connsiteX4" fmla="*/ 270256 w 3616562"/>
                <a:gd name="connsiteY4" fmla="*/ 132733 h 1042016"/>
                <a:gd name="connsiteX5" fmla="*/ 587497 w 3616562"/>
                <a:gd name="connsiteY5" fmla="*/ 11435 h 1042016"/>
                <a:gd name="connsiteX0" fmla="*/ 2824874 w 3409319"/>
                <a:gd name="connsiteY0" fmla="*/ 291353 h 1089163"/>
                <a:gd name="connsiteX1" fmla="*/ 3170107 w 3409319"/>
                <a:gd name="connsiteY1" fmla="*/ 291353 h 1089163"/>
                <a:gd name="connsiteX2" fmla="*/ 3160776 w 3409319"/>
                <a:gd name="connsiteY2" fmla="*/ 944496 h 1089163"/>
                <a:gd name="connsiteX3" fmla="*/ 25690 w 3409319"/>
                <a:gd name="connsiteY3" fmla="*/ 953827 h 1089163"/>
                <a:gd name="connsiteX4" fmla="*/ 63013 w 3409319"/>
                <a:gd name="connsiteY4" fmla="*/ 132733 h 1089163"/>
                <a:gd name="connsiteX5" fmla="*/ 380254 w 3409319"/>
                <a:gd name="connsiteY5" fmla="*/ 11435 h 1089163"/>
                <a:gd name="connsiteX0" fmla="*/ 2824874 w 3387919"/>
                <a:gd name="connsiteY0" fmla="*/ 291353 h 1089163"/>
                <a:gd name="connsiteX1" fmla="*/ 3170107 w 3387919"/>
                <a:gd name="connsiteY1" fmla="*/ 291353 h 1089163"/>
                <a:gd name="connsiteX2" fmla="*/ 3160776 w 3387919"/>
                <a:gd name="connsiteY2" fmla="*/ 944496 h 1089163"/>
                <a:gd name="connsiteX3" fmla="*/ 25690 w 3387919"/>
                <a:gd name="connsiteY3" fmla="*/ 953827 h 1089163"/>
                <a:gd name="connsiteX4" fmla="*/ 63013 w 3387919"/>
                <a:gd name="connsiteY4" fmla="*/ 132733 h 1089163"/>
                <a:gd name="connsiteX5" fmla="*/ 380254 w 3387919"/>
                <a:gd name="connsiteY5" fmla="*/ 11435 h 1089163"/>
                <a:gd name="connsiteX0" fmla="*/ 2824874 w 3174025"/>
                <a:gd name="connsiteY0" fmla="*/ 291353 h 1276504"/>
                <a:gd name="connsiteX1" fmla="*/ 3170107 w 3174025"/>
                <a:gd name="connsiteY1" fmla="*/ 291353 h 1276504"/>
                <a:gd name="connsiteX2" fmla="*/ 3160776 w 3174025"/>
                <a:gd name="connsiteY2" fmla="*/ 944496 h 1276504"/>
                <a:gd name="connsiteX3" fmla="*/ 25690 w 3174025"/>
                <a:gd name="connsiteY3" fmla="*/ 953827 h 1276504"/>
                <a:gd name="connsiteX4" fmla="*/ 63013 w 3174025"/>
                <a:gd name="connsiteY4" fmla="*/ 132733 h 1276504"/>
                <a:gd name="connsiteX5" fmla="*/ 380254 w 3174025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195682"/>
                <a:gd name="connsiteY0" fmla="*/ 179386 h 1276504"/>
                <a:gd name="connsiteX1" fmla="*/ 3170107 w 3195682"/>
                <a:gd name="connsiteY1" fmla="*/ 291353 h 1276504"/>
                <a:gd name="connsiteX2" fmla="*/ 3160776 w 3195682"/>
                <a:gd name="connsiteY2" fmla="*/ 944496 h 1276504"/>
                <a:gd name="connsiteX3" fmla="*/ 25690 w 3195682"/>
                <a:gd name="connsiteY3" fmla="*/ 953827 h 1276504"/>
                <a:gd name="connsiteX4" fmla="*/ 63013 w 3195682"/>
                <a:gd name="connsiteY4" fmla="*/ 132733 h 1276504"/>
                <a:gd name="connsiteX5" fmla="*/ 380254 w 3195682"/>
                <a:gd name="connsiteY5" fmla="*/ 11435 h 1276504"/>
                <a:gd name="connsiteX0" fmla="*/ 2815544 w 3372272"/>
                <a:gd name="connsiteY0" fmla="*/ 179386 h 1088018"/>
                <a:gd name="connsiteX1" fmla="*/ 3057291 w 3372272"/>
                <a:gd name="connsiteY1" fmla="*/ 315104 h 1088018"/>
                <a:gd name="connsiteX2" fmla="*/ 3160776 w 3372272"/>
                <a:gd name="connsiteY2" fmla="*/ 944496 h 1088018"/>
                <a:gd name="connsiteX3" fmla="*/ 25690 w 3372272"/>
                <a:gd name="connsiteY3" fmla="*/ 953827 h 1088018"/>
                <a:gd name="connsiteX4" fmla="*/ 63013 w 3372272"/>
                <a:gd name="connsiteY4" fmla="*/ 132733 h 1088018"/>
                <a:gd name="connsiteX5" fmla="*/ 380254 w 3372272"/>
                <a:gd name="connsiteY5" fmla="*/ 11435 h 1088018"/>
                <a:gd name="connsiteX0" fmla="*/ 2815544 w 3363171"/>
                <a:gd name="connsiteY0" fmla="*/ 179386 h 1088018"/>
                <a:gd name="connsiteX1" fmla="*/ 3057291 w 3363171"/>
                <a:gd name="connsiteY1" fmla="*/ 315104 h 1088018"/>
                <a:gd name="connsiteX2" fmla="*/ 3160776 w 3363171"/>
                <a:gd name="connsiteY2" fmla="*/ 944496 h 1088018"/>
                <a:gd name="connsiteX3" fmla="*/ 25690 w 3363171"/>
                <a:gd name="connsiteY3" fmla="*/ 953827 h 1088018"/>
                <a:gd name="connsiteX4" fmla="*/ 63013 w 3363171"/>
                <a:gd name="connsiteY4" fmla="*/ 132733 h 1088018"/>
                <a:gd name="connsiteX5" fmla="*/ 380254 w 3363171"/>
                <a:gd name="connsiteY5" fmla="*/ 11435 h 1088018"/>
                <a:gd name="connsiteX0" fmla="*/ 3013112 w 3468154"/>
                <a:gd name="connsiteY0" fmla="*/ 179386 h 1070832"/>
                <a:gd name="connsiteX1" fmla="*/ 3254859 w 3468154"/>
                <a:gd name="connsiteY1" fmla="*/ 315104 h 1070832"/>
                <a:gd name="connsiteX2" fmla="*/ 3227716 w 3468154"/>
                <a:gd name="connsiteY2" fmla="*/ 997935 h 1070832"/>
                <a:gd name="connsiteX3" fmla="*/ 223258 w 3468154"/>
                <a:gd name="connsiteY3" fmla="*/ 953827 h 1070832"/>
                <a:gd name="connsiteX4" fmla="*/ 260581 w 3468154"/>
                <a:gd name="connsiteY4" fmla="*/ 132733 h 1070832"/>
                <a:gd name="connsiteX5" fmla="*/ 577822 w 3468154"/>
                <a:gd name="connsiteY5" fmla="*/ 11435 h 1070832"/>
                <a:gd name="connsiteX0" fmla="*/ 3013112 w 3472614"/>
                <a:gd name="connsiteY0" fmla="*/ 179386 h 1070832"/>
                <a:gd name="connsiteX1" fmla="*/ 3254859 w 3472614"/>
                <a:gd name="connsiteY1" fmla="*/ 315104 h 1070832"/>
                <a:gd name="connsiteX2" fmla="*/ 3227716 w 3472614"/>
                <a:gd name="connsiteY2" fmla="*/ 997935 h 1070832"/>
                <a:gd name="connsiteX3" fmla="*/ 223258 w 3472614"/>
                <a:gd name="connsiteY3" fmla="*/ 953827 h 1070832"/>
                <a:gd name="connsiteX4" fmla="*/ 260581 w 3472614"/>
                <a:gd name="connsiteY4" fmla="*/ 132733 h 1070832"/>
                <a:gd name="connsiteX5" fmla="*/ 577822 w 3472614"/>
                <a:gd name="connsiteY5" fmla="*/ 11435 h 1070832"/>
                <a:gd name="connsiteX0" fmla="*/ 3013112 w 3486440"/>
                <a:gd name="connsiteY0" fmla="*/ 179386 h 1072859"/>
                <a:gd name="connsiteX1" fmla="*/ 3290485 w 3486440"/>
                <a:gd name="connsiteY1" fmla="*/ 285415 h 1072859"/>
                <a:gd name="connsiteX2" fmla="*/ 3227716 w 3486440"/>
                <a:gd name="connsiteY2" fmla="*/ 997935 h 1072859"/>
                <a:gd name="connsiteX3" fmla="*/ 223258 w 3486440"/>
                <a:gd name="connsiteY3" fmla="*/ 953827 h 1072859"/>
                <a:gd name="connsiteX4" fmla="*/ 260581 w 3486440"/>
                <a:gd name="connsiteY4" fmla="*/ 132733 h 1072859"/>
                <a:gd name="connsiteX5" fmla="*/ 577822 w 3486440"/>
                <a:gd name="connsiteY5" fmla="*/ 11435 h 1072859"/>
                <a:gd name="connsiteX0" fmla="*/ 2994201 w 3304505"/>
                <a:gd name="connsiteY0" fmla="*/ 179386 h 1105531"/>
                <a:gd name="connsiteX1" fmla="*/ 3271574 w 3304505"/>
                <a:gd name="connsiteY1" fmla="*/ 285415 h 1105531"/>
                <a:gd name="connsiteX2" fmla="*/ 2953486 w 3304505"/>
                <a:gd name="connsiteY2" fmla="*/ 1045436 h 1105531"/>
                <a:gd name="connsiteX3" fmla="*/ 204347 w 3304505"/>
                <a:gd name="connsiteY3" fmla="*/ 953827 h 1105531"/>
                <a:gd name="connsiteX4" fmla="*/ 241670 w 3304505"/>
                <a:gd name="connsiteY4" fmla="*/ 132733 h 1105531"/>
                <a:gd name="connsiteX5" fmla="*/ 558911 w 3304505"/>
                <a:gd name="connsiteY5" fmla="*/ 11435 h 1105531"/>
                <a:gd name="connsiteX0" fmla="*/ 2994640 w 3307765"/>
                <a:gd name="connsiteY0" fmla="*/ 179386 h 1051728"/>
                <a:gd name="connsiteX1" fmla="*/ 3272013 w 3307765"/>
                <a:gd name="connsiteY1" fmla="*/ 285415 h 1051728"/>
                <a:gd name="connsiteX2" fmla="*/ 2959862 w 3307765"/>
                <a:gd name="connsiteY2" fmla="*/ 962308 h 1051728"/>
                <a:gd name="connsiteX3" fmla="*/ 204786 w 3307765"/>
                <a:gd name="connsiteY3" fmla="*/ 953827 h 1051728"/>
                <a:gd name="connsiteX4" fmla="*/ 242109 w 3307765"/>
                <a:gd name="connsiteY4" fmla="*/ 132733 h 1051728"/>
                <a:gd name="connsiteX5" fmla="*/ 559350 w 3307765"/>
                <a:gd name="connsiteY5" fmla="*/ 11435 h 1051728"/>
                <a:gd name="connsiteX0" fmla="*/ 2994640 w 3259082"/>
                <a:gd name="connsiteY0" fmla="*/ 179386 h 1049560"/>
                <a:gd name="connsiteX1" fmla="*/ 3188886 w 3259082"/>
                <a:gd name="connsiteY1" fmla="*/ 321041 h 1049560"/>
                <a:gd name="connsiteX2" fmla="*/ 2959862 w 3259082"/>
                <a:gd name="connsiteY2" fmla="*/ 962308 h 1049560"/>
                <a:gd name="connsiteX3" fmla="*/ 204786 w 3259082"/>
                <a:gd name="connsiteY3" fmla="*/ 953827 h 1049560"/>
                <a:gd name="connsiteX4" fmla="*/ 242109 w 3259082"/>
                <a:gd name="connsiteY4" fmla="*/ 132733 h 1049560"/>
                <a:gd name="connsiteX5" fmla="*/ 559350 w 3259082"/>
                <a:gd name="connsiteY5" fmla="*/ 11435 h 1049560"/>
                <a:gd name="connsiteX0" fmla="*/ 2789889 w 3054331"/>
                <a:gd name="connsiteY0" fmla="*/ 179386 h 1083317"/>
                <a:gd name="connsiteX1" fmla="*/ 2984135 w 3054331"/>
                <a:gd name="connsiteY1" fmla="*/ 321041 h 1083317"/>
                <a:gd name="connsiteX2" fmla="*/ 2755111 w 3054331"/>
                <a:gd name="connsiteY2" fmla="*/ 962308 h 1083317"/>
                <a:gd name="connsiteX3" fmla="*/ 35 w 3054331"/>
                <a:gd name="connsiteY3" fmla="*/ 953827 h 1083317"/>
                <a:gd name="connsiteX4" fmla="*/ 37358 w 3054331"/>
                <a:gd name="connsiteY4" fmla="*/ 132733 h 1083317"/>
                <a:gd name="connsiteX5" fmla="*/ 354599 w 3054331"/>
                <a:gd name="connsiteY5" fmla="*/ 11435 h 1083317"/>
                <a:gd name="connsiteX0" fmla="*/ 2852171 w 3116613"/>
                <a:gd name="connsiteY0" fmla="*/ 179386 h 1083317"/>
                <a:gd name="connsiteX1" fmla="*/ 3046417 w 3116613"/>
                <a:gd name="connsiteY1" fmla="*/ 321041 h 1083317"/>
                <a:gd name="connsiteX2" fmla="*/ 2817393 w 3116613"/>
                <a:gd name="connsiteY2" fmla="*/ 962308 h 1083317"/>
                <a:gd name="connsiteX3" fmla="*/ 62317 w 3116613"/>
                <a:gd name="connsiteY3" fmla="*/ 953827 h 1083317"/>
                <a:gd name="connsiteX4" fmla="*/ 99640 w 3116613"/>
                <a:gd name="connsiteY4" fmla="*/ 132733 h 1083317"/>
                <a:gd name="connsiteX5" fmla="*/ 416881 w 3116613"/>
                <a:gd name="connsiteY5" fmla="*/ 11435 h 1083317"/>
                <a:gd name="connsiteX0" fmla="*/ 2979295 w 3243737"/>
                <a:gd name="connsiteY0" fmla="*/ 179386 h 1049560"/>
                <a:gd name="connsiteX1" fmla="*/ 3173541 w 3243737"/>
                <a:gd name="connsiteY1" fmla="*/ 321041 h 1049560"/>
                <a:gd name="connsiteX2" fmla="*/ 2944517 w 3243737"/>
                <a:gd name="connsiteY2" fmla="*/ 962308 h 1049560"/>
                <a:gd name="connsiteX3" fmla="*/ 189441 w 3243737"/>
                <a:gd name="connsiteY3" fmla="*/ 953827 h 1049560"/>
                <a:gd name="connsiteX4" fmla="*/ 274265 w 3243737"/>
                <a:gd name="connsiteY4" fmla="*/ 132733 h 1049560"/>
                <a:gd name="connsiteX5" fmla="*/ 544005 w 3243737"/>
                <a:gd name="connsiteY5" fmla="*/ 11435 h 1049560"/>
                <a:gd name="connsiteX0" fmla="*/ 2818898 w 3068126"/>
                <a:gd name="connsiteY0" fmla="*/ 179386 h 1084121"/>
                <a:gd name="connsiteX1" fmla="*/ 3013144 w 3068126"/>
                <a:gd name="connsiteY1" fmla="*/ 321041 h 1084121"/>
                <a:gd name="connsiteX2" fmla="*/ 2784120 w 3068126"/>
                <a:gd name="connsiteY2" fmla="*/ 962308 h 1084121"/>
                <a:gd name="connsiteX3" fmla="*/ 266551 w 3068126"/>
                <a:gd name="connsiteY3" fmla="*/ 1007266 h 1084121"/>
                <a:gd name="connsiteX4" fmla="*/ 113868 w 3068126"/>
                <a:gd name="connsiteY4" fmla="*/ 132733 h 1084121"/>
                <a:gd name="connsiteX5" fmla="*/ 383608 w 3068126"/>
                <a:gd name="connsiteY5" fmla="*/ 11435 h 1084121"/>
                <a:gd name="connsiteX0" fmla="*/ 2722077 w 2971305"/>
                <a:gd name="connsiteY0" fmla="*/ 179386 h 1123102"/>
                <a:gd name="connsiteX1" fmla="*/ 2916323 w 2971305"/>
                <a:gd name="connsiteY1" fmla="*/ 321041 h 1123102"/>
                <a:gd name="connsiteX2" fmla="*/ 2687299 w 2971305"/>
                <a:gd name="connsiteY2" fmla="*/ 962308 h 1123102"/>
                <a:gd name="connsiteX3" fmla="*/ 169730 w 2971305"/>
                <a:gd name="connsiteY3" fmla="*/ 1007266 h 1123102"/>
                <a:gd name="connsiteX4" fmla="*/ 17047 w 2971305"/>
                <a:gd name="connsiteY4" fmla="*/ 132733 h 1123102"/>
                <a:gd name="connsiteX5" fmla="*/ 286787 w 2971305"/>
                <a:gd name="connsiteY5" fmla="*/ 11435 h 1123102"/>
                <a:gd name="connsiteX0" fmla="*/ 2746883 w 2996111"/>
                <a:gd name="connsiteY0" fmla="*/ 179386 h 1076415"/>
                <a:gd name="connsiteX1" fmla="*/ 2941129 w 2996111"/>
                <a:gd name="connsiteY1" fmla="*/ 321041 h 1076415"/>
                <a:gd name="connsiteX2" fmla="*/ 2712105 w 2996111"/>
                <a:gd name="connsiteY2" fmla="*/ 962308 h 1076415"/>
                <a:gd name="connsiteX3" fmla="*/ 194536 w 2996111"/>
                <a:gd name="connsiteY3" fmla="*/ 1007266 h 1076415"/>
                <a:gd name="connsiteX4" fmla="*/ 41853 w 2996111"/>
                <a:gd name="connsiteY4" fmla="*/ 132733 h 1076415"/>
                <a:gd name="connsiteX5" fmla="*/ 311593 w 2996111"/>
                <a:gd name="connsiteY5" fmla="*/ 11435 h 1076415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2981765"/>
                <a:gd name="connsiteY0" fmla="*/ 179386 h 1021998"/>
                <a:gd name="connsiteX1" fmla="*/ 2929386 w 2981765"/>
                <a:gd name="connsiteY1" fmla="*/ 321041 h 1021998"/>
                <a:gd name="connsiteX2" fmla="*/ 2700362 w 2981765"/>
                <a:gd name="connsiteY2" fmla="*/ 962308 h 1021998"/>
                <a:gd name="connsiteX3" fmla="*/ 224357 w 2981765"/>
                <a:gd name="connsiteY3" fmla="*/ 912264 h 1021998"/>
                <a:gd name="connsiteX4" fmla="*/ 30110 w 2981765"/>
                <a:gd name="connsiteY4" fmla="*/ 132733 h 1021998"/>
                <a:gd name="connsiteX5" fmla="*/ 299850 w 2981765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3061097"/>
                <a:gd name="connsiteY0" fmla="*/ 179386 h 1021998"/>
                <a:gd name="connsiteX1" fmla="*/ 2929386 w 3061097"/>
                <a:gd name="connsiteY1" fmla="*/ 321041 h 1021998"/>
                <a:gd name="connsiteX2" fmla="*/ 2700362 w 3061097"/>
                <a:gd name="connsiteY2" fmla="*/ 962308 h 1021998"/>
                <a:gd name="connsiteX3" fmla="*/ 224357 w 3061097"/>
                <a:gd name="connsiteY3" fmla="*/ 912264 h 1021998"/>
                <a:gd name="connsiteX4" fmla="*/ 30110 w 3061097"/>
                <a:gd name="connsiteY4" fmla="*/ 132733 h 1021998"/>
                <a:gd name="connsiteX5" fmla="*/ 299850 w 3061097"/>
                <a:gd name="connsiteY5" fmla="*/ 11435 h 1021998"/>
                <a:gd name="connsiteX0" fmla="*/ 2735140 w 2955706"/>
                <a:gd name="connsiteY0" fmla="*/ 179386 h 1021998"/>
                <a:gd name="connsiteX1" fmla="*/ 2929386 w 2955706"/>
                <a:gd name="connsiteY1" fmla="*/ 321041 h 1021998"/>
                <a:gd name="connsiteX2" fmla="*/ 2700362 w 2955706"/>
                <a:gd name="connsiteY2" fmla="*/ 962308 h 1021998"/>
                <a:gd name="connsiteX3" fmla="*/ 224357 w 2955706"/>
                <a:gd name="connsiteY3" fmla="*/ 912264 h 1021998"/>
                <a:gd name="connsiteX4" fmla="*/ 30110 w 2955706"/>
                <a:gd name="connsiteY4" fmla="*/ 132733 h 1021998"/>
                <a:gd name="connsiteX5" fmla="*/ 299850 w 2955706"/>
                <a:gd name="connsiteY5" fmla="*/ 11435 h 1021998"/>
                <a:gd name="connsiteX0" fmla="*/ 2735140 w 2975143"/>
                <a:gd name="connsiteY0" fmla="*/ 179386 h 1021998"/>
                <a:gd name="connsiteX1" fmla="*/ 2929386 w 2975143"/>
                <a:gd name="connsiteY1" fmla="*/ 321041 h 1021998"/>
                <a:gd name="connsiteX2" fmla="*/ 2700362 w 2975143"/>
                <a:gd name="connsiteY2" fmla="*/ 962308 h 1021998"/>
                <a:gd name="connsiteX3" fmla="*/ 224357 w 2975143"/>
                <a:gd name="connsiteY3" fmla="*/ 912264 h 1021998"/>
                <a:gd name="connsiteX4" fmla="*/ 30110 w 2975143"/>
                <a:gd name="connsiteY4" fmla="*/ 132733 h 1021998"/>
                <a:gd name="connsiteX5" fmla="*/ 299850 w 2975143"/>
                <a:gd name="connsiteY5" fmla="*/ 11435 h 1021998"/>
                <a:gd name="connsiteX0" fmla="*/ 2786749 w 2991537"/>
                <a:gd name="connsiteY0" fmla="*/ 179386 h 1060963"/>
                <a:gd name="connsiteX1" fmla="*/ 2980995 w 2991537"/>
                <a:gd name="connsiteY1" fmla="*/ 321041 h 1060963"/>
                <a:gd name="connsiteX2" fmla="*/ 2585717 w 2991537"/>
                <a:gd name="connsiteY2" fmla="*/ 1009809 h 1060963"/>
                <a:gd name="connsiteX3" fmla="*/ 275966 w 2991537"/>
                <a:gd name="connsiteY3" fmla="*/ 912264 h 1060963"/>
                <a:gd name="connsiteX4" fmla="*/ 81719 w 2991537"/>
                <a:gd name="connsiteY4" fmla="*/ 132733 h 1060963"/>
                <a:gd name="connsiteX5" fmla="*/ 351459 w 2991537"/>
                <a:gd name="connsiteY5" fmla="*/ 11435 h 1060963"/>
                <a:gd name="connsiteX0" fmla="*/ 2786749 w 2828247"/>
                <a:gd name="connsiteY0" fmla="*/ 179386 h 1071431"/>
                <a:gd name="connsiteX1" fmla="*/ 2585717 w 2828247"/>
                <a:gd name="connsiteY1" fmla="*/ 1009809 h 1071431"/>
                <a:gd name="connsiteX2" fmla="*/ 275966 w 2828247"/>
                <a:gd name="connsiteY2" fmla="*/ 912264 h 1071431"/>
                <a:gd name="connsiteX3" fmla="*/ 81719 w 2828247"/>
                <a:gd name="connsiteY3" fmla="*/ 132733 h 1071431"/>
                <a:gd name="connsiteX4" fmla="*/ 351459 w 2828247"/>
                <a:gd name="connsiteY4" fmla="*/ 11435 h 1071431"/>
                <a:gd name="connsiteX0" fmla="*/ 2786749 w 2921528"/>
                <a:gd name="connsiteY0" fmla="*/ 179386 h 1071431"/>
                <a:gd name="connsiteX1" fmla="*/ 2585717 w 2921528"/>
                <a:gd name="connsiteY1" fmla="*/ 1009809 h 1071431"/>
                <a:gd name="connsiteX2" fmla="*/ 275966 w 2921528"/>
                <a:gd name="connsiteY2" fmla="*/ 912264 h 1071431"/>
                <a:gd name="connsiteX3" fmla="*/ 81719 w 2921528"/>
                <a:gd name="connsiteY3" fmla="*/ 132733 h 1071431"/>
                <a:gd name="connsiteX4" fmla="*/ 351459 w 2921528"/>
                <a:gd name="connsiteY4" fmla="*/ 11435 h 1071431"/>
                <a:gd name="connsiteX0" fmla="*/ 2795112 w 2994479"/>
                <a:gd name="connsiteY0" fmla="*/ 179386 h 1053919"/>
                <a:gd name="connsiteX1" fmla="*/ 2730646 w 2994479"/>
                <a:gd name="connsiteY1" fmla="*/ 986058 h 1053919"/>
                <a:gd name="connsiteX2" fmla="*/ 284329 w 2994479"/>
                <a:gd name="connsiteY2" fmla="*/ 912264 h 1053919"/>
                <a:gd name="connsiteX3" fmla="*/ 90082 w 2994479"/>
                <a:gd name="connsiteY3" fmla="*/ 132733 h 1053919"/>
                <a:gd name="connsiteX4" fmla="*/ 359822 w 2994479"/>
                <a:gd name="connsiteY4" fmla="*/ 11435 h 1053919"/>
                <a:gd name="connsiteX0" fmla="*/ 2671707 w 2871074"/>
                <a:gd name="connsiteY0" fmla="*/ 167951 h 1048215"/>
                <a:gd name="connsiteX1" fmla="*/ 2607241 w 2871074"/>
                <a:gd name="connsiteY1" fmla="*/ 974623 h 1048215"/>
                <a:gd name="connsiteX2" fmla="*/ 160924 w 2871074"/>
                <a:gd name="connsiteY2" fmla="*/ 900829 h 1048215"/>
                <a:gd name="connsiteX3" fmla="*/ 236417 w 2871074"/>
                <a:gd name="connsiteY3" fmla="*/ 0 h 1048215"/>
                <a:gd name="connsiteX0" fmla="*/ 2713222 w 2912589"/>
                <a:gd name="connsiteY0" fmla="*/ 167951 h 1048215"/>
                <a:gd name="connsiteX1" fmla="*/ 2648756 w 2912589"/>
                <a:gd name="connsiteY1" fmla="*/ 974623 h 1048215"/>
                <a:gd name="connsiteX2" fmla="*/ 202439 w 2912589"/>
                <a:gd name="connsiteY2" fmla="*/ 900829 h 1048215"/>
                <a:gd name="connsiteX3" fmla="*/ 277932 w 2912589"/>
                <a:gd name="connsiteY3" fmla="*/ 0 h 1048215"/>
                <a:gd name="connsiteX0" fmla="*/ 2717891 w 2917258"/>
                <a:gd name="connsiteY0" fmla="*/ 29 h 872293"/>
                <a:gd name="connsiteX1" fmla="*/ 2653425 w 2917258"/>
                <a:gd name="connsiteY1" fmla="*/ 806701 h 872293"/>
                <a:gd name="connsiteX2" fmla="*/ 207108 w 2917258"/>
                <a:gd name="connsiteY2" fmla="*/ 732907 h 872293"/>
                <a:gd name="connsiteX3" fmla="*/ 270726 w 2917258"/>
                <a:gd name="connsiteY3" fmla="*/ 4270 h 872293"/>
                <a:gd name="connsiteX0" fmla="*/ 2634944 w 2825248"/>
                <a:gd name="connsiteY0" fmla="*/ 29 h 884820"/>
                <a:gd name="connsiteX1" fmla="*/ 2570478 w 2825248"/>
                <a:gd name="connsiteY1" fmla="*/ 806701 h 884820"/>
                <a:gd name="connsiteX2" fmla="*/ 260728 w 2825248"/>
                <a:gd name="connsiteY2" fmla="*/ 762595 h 884820"/>
                <a:gd name="connsiteX3" fmla="*/ 187779 w 2825248"/>
                <a:gd name="connsiteY3" fmla="*/ 4270 h 884820"/>
                <a:gd name="connsiteX0" fmla="*/ 2637264 w 2847696"/>
                <a:gd name="connsiteY0" fmla="*/ 28 h 897001"/>
                <a:gd name="connsiteX1" fmla="*/ 2608424 w 2847696"/>
                <a:gd name="connsiteY1" fmla="*/ 824513 h 897001"/>
                <a:gd name="connsiteX2" fmla="*/ 263048 w 2847696"/>
                <a:gd name="connsiteY2" fmla="*/ 762594 h 897001"/>
                <a:gd name="connsiteX3" fmla="*/ 190099 w 2847696"/>
                <a:gd name="connsiteY3" fmla="*/ 4269 h 897001"/>
                <a:gd name="connsiteX0" fmla="*/ 2637264 w 2840375"/>
                <a:gd name="connsiteY0" fmla="*/ 27 h 884201"/>
                <a:gd name="connsiteX1" fmla="*/ 2608424 w 2840375"/>
                <a:gd name="connsiteY1" fmla="*/ 824512 h 884201"/>
                <a:gd name="connsiteX2" fmla="*/ 263048 w 2840375"/>
                <a:gd name="connsiteY2" fmla="*/ 762593 h 884201"/>
                <a:gd name="connsiteX3" fmla="*/ 190099 w 2840375"/>
                <a:gd name="connsiteY3" fmla="*/ 4268 h 884201"/>
                <a:gd name="connsiteX0" fmla="*/ 2635330 w 2821819"/>
                <a:gd name="connsiteY0" fmla="*/ 28 h 861458"/>
                <a:gd name="connsiteX1" fmla="*/ 2576802 w 2821819"/>
                <a:gd name="connsiteY1" fmla="*/ 788887 h 861458"/>
                <a:gd name="connsiteX2" fmla="*/ 261114 w 2821819"/>
                <a:gd name="connsiteY2" fmla="*/ 762594 h 861458"/>
                <a:gd name="connsiteX3" fmla="*/ 188165 w 2821819"/>
                <a:gd name="connsiteY3" fmla="*/ 4269 h 861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21819" h="861458">
                  <a:moveTo>
                    <a:pt x="2635330" y="28"/>
                  </a:moveTo>
                  <a:cubicBezTo>
                    <a:pt x="2830954" y="-5097"/>
                    <a:pt x="2954692" y="691482"/>
                    <a:pt x="2576802" y="788887"/>
                  </a:cubicBezTo>
                  <a:cubicBezTo>
                    <a:pt x="2198912" y="886292"/>
                    <a:pt x="659220" y="893364"/>
                    <a:pt x="261114" y="762594"/>
                  </a:cubicBezTo>
                  <a:cubicBezTo>
                    <a:pt x="-136992" y="631824"/>
                    <a:pt x="-11631" y="13813"/>
                    <a:pt x="188165" y="4269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11288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59783F00-923A-F606-5D13-40DB8F8E930B}"/>
              </a:ext>
            </a:extLst>
          </p:cNvPr>
          <p:cNvGrpSpPr/>
          <p:nvPr/>
        </p:nvGrpSpPr>
        <p:grpSpPr>
          <a:xfrm>
            <a:off x="2425624" y="246396"/>
            <a:ext cx="8837375" cy="4704503"/>
            <a:chOff x="2425624" y="246396"/>
            <a:chExt cx="8837375" cy="4704503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07F320B-6454-5B4E-3879-1A1BCC9721DB}"/>
                </a:ext>
              </a:extLst>
            </p:cNvPr>
            <p:cNvGrpSpPr/>
            <p:nvPr/>
          </p:nvGrpSpPr>
          <p:grpSpPr>
            <a:xfrm>
              <a:off x="6773129" y="3229769"/>
              <a:ext cx="142364" cy="710514"/>
              <a:chOff x="5667087" y="4110405"/>
              <a:chExt cx="142364" cy="710514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CA51AFA3-350B-D2FD-6EEC-500337ECD052}"/>
                  </a:ext>
                </a:extLst>
              </p:cNvPr>
              <p:cNvSpPr/>
              <p:nvPr/>
            </p:nvSpPr>
            <p:spPr>
              <a:xfrm>
                <a:off x="5667090" y="4110405"/>
                <a:ext cx="142361" cy="1423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771B63F-59D6-F235-F3E1-EDC91F3DF0B8}"/>
                  </a:ext>
                </a:extLst>
              </p:cNvPr>
              <p:cNvSpPr/>
              <p:nvPr/>
            </p:nvSpPr>
            <p:spPr>
              <a:xfrm>
                <a:off x="5667088" y="4387912"/>
                <a:ext cx="142361" cy="1423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8650E373-BE1E-94C2-9547-7FE1A6F3A361}"/>
                  </a:ext>
                </a:extLst>
              </p:cNvPr>
              <p:cNvSpPr/>
              <p:nvPr/>
            </p:nvSpPr>
            <p:spPr>
              <a:xfrm>
                <a:off x="5667087" y="4678558"/>
                <a:ext cx="142361" cy="1423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BE2F243-968A-C3B5-1080-6C1C6FF64DE6}"/>
                </a:ext>
              </a:extLst>
            </p:cNvPr>
            <p:cNvGrpSpPr/>
            <p:nvPr/>
          </p:nvGrpSpPr>
          <p:grpSpPr>
            <a:xfrm>
              <a:off x="2425624" y="246396"/>
              <a:ext cx="8837375" cy="862331"/>
              <a:chOff x="2425624" y="246396"/>
              <a:chExt cx="8837375" cy="862331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E43B8A8-B9B4-5673-8AE6-3AA59BBE8D21}"/>
                  </a:ext>
                </a:extLst>
              </p:cNvPr>
              <p:cNvSpPr/>
              <p:nvPr/>
            </p:nvSpPr>
            <p:spPr>
              <a:xfrm>
                <a:off x="2425624" y="246396"/>
                <a:ext cx="8837375" cy="862331"/>
              </a:xfrm>
              <a:prstGeom prst="rect">
                <a:avLst/>
              </a:prstGeom>
              <a:solidFill>
                <a:srgbClr val="FFFF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Agent 1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A1B8CD60-C4DC-91CD-F15D-33BFB4BD69BE}"/>
                  </a:ext>
                </a:extLst>
              </p:cNvPr>
              <p:cNvSpPr/>
              <p:nvPr/>
            </p:nvSpPr>
            <p:spPr>
              <a:xfrm>
                <a:off x="3361925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Gather battery charge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720BD2E-B2E4-D161-4F24-E5E20F100295}"/>
                  </a:ext>
                </a:extLst>
              </p:cNvPr>
              <p:cNvSpPr/>
              <p:nvPr/>
            </p:nvSpPr>
            <p:spPr>
              <a:xfrm>
                <a:off x="6020842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Calculate total charge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61956FB-76F8-9E31-52B0-3BB3339244E8}"/>
                  </a:ext>
                </a:extLst>
              </p:cNvPr>
              <p:cNvSpPr/>
              <p:nvPr/>
            </p:nvSpPr>
            <p:spPr>
              <a:xfrm>
                <a:off x="8679759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Decide on actions</a:t>
                </a: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533E77F-4E8A-6FD9-81A8-C6CAACBF2EC2}"/>
                </a:ext>
              </a:extLst>
            </p:cNvPr>
            <p:cNvGrpSpPr/>
            <p:nvPr/>
          </p:nvGrpSpPr>
          <p:grpSpPr>
            <a:xfrm>
              <a:off x="2425624" y="1243873"/>
              <a:ext cx="8837375" cy="862331"/>
              <a:chOff x="2425624" y="246396"/>
              <a:chExt cx="8837375" cy="862331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05A7F98-42AC-CB6E-1DED-77FD49D3630C}"/>
                  </a:ext>
                </a:extLst>
              </p:cNvPr>
              <p:cNvSpPr/>
              <p:nvPr/>
            </p:nvSpPr>
            <p:spPr>
              <a:xfrm>
                <a:off x="2425624" y="246396"/>
                <a:ext cx="8837375" cy="862331"/>
              </a:xfrm>
              <a:prstGeom prst="rect">
                <a:avLst/>
              </a:prstGeom>
              <a:solidFill>
                <a:srgbClr val="FFFF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Agent 2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36C1DA71-4B7A-490C-5F29-A7D25DC4B3CE}"/>
                  </a:ext>
                </a:extLst>
              </p:cNvPr>
              <p:cNvSpPr/>
              <p:nvPr/>
            </p:nvSpPr>
            <p:spPr>
              <a:xfrm>
                <a:off x="3361925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Gather battery charge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A36DF92-DF02-D730-38DD-AF437AD790AB}"/>
                  </a:ext>
                </a:extLst>
              </p:cNvPr>
              <p:cNvSpPr/>
              <p:nvPr/>
            </p:nvSpPr>
            <p:spPr>
              <a:xfrm>
                <a:off x="6020842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Calculate total charge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4CA522D9-2789-FD06-FCA6-DC6B00523335}"/>
                  </a:ext>
                </a:extLst>
              </p:cNvPr>
              <p:cNvSpPr/>
              <p:nvPr/>
            </p:nvSpPr>
            <p:spPr>
              <a:xfrm>
                <a:off x="8679759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Decide on actions</a:t>
                </a: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C95803F-C4D5-CE54-162B-860AAAFC6B94}"/>
                </a:ext>
              </a:extLst>
            </p:cNvPr>
            <p:cNvGrpSpPr/>
            <p:nvPr/>
          </p:nvGrpSpPr>
          <p:grpSpPr>
            <a:xfrm>
              <a:off x="2425624" y="2236821"/>
              <a:ext cx="8837375" cy="862331"/>
              <a:chOff x="2425624" y="246396"/>
              <a:chExt cx="8837375" cy="862331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AC12AF9-E49E-3D58-1DE9-9AF790BFA900}"/>
                  </a:ext>
                </a:extLst>
              </p:cNvPr>
              <p:cNvSpPr/>
              <p:nvPr/>
            </p:nvSpPr>
            <p:spPr>
              <a:xfrm>
                <a:off x="2425624" y="246396"/>
                <a:ext cx="8837375" cy="862331"/>
              </a:xfrm>
              <a:prstGeom prst="rect">
                <a:avLst/>
              </a:prstGeom>
              <a:solidFill>
                <a:srgbClr val="FFFF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Agent 3</a:t>
                </a: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5C67691A-DE82-845A-568C-DB87DE82B527}"/>
                  </a:ext>
                </a:extLst>
              </p:cNvPr>
              <p:cNvSpPr/>
              <p:nvPr/>
            </p:nvSpPr>
            <p:spPr>
              <a:xfrm>
                <a:off x="3361925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Gather battery charge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A3AB0ABB-4553-EA5F-0AD9-125E9D9F1F36}"/>
                  </a:ext>
                </a:extLst>
              </p:cNvPr>
              <p:cNvSpPr/>
              <p:nvPr/>
            </p:nvSpPr>
            <p:spPr>
              <a:xfrm>
                <a:off x="6020842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Calculate total charge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8DC6B10-8C47-1971-571F-1C8F607CFE4B}"/>
                  </a:ext>
                </a:extLst>
              </p:cNvPr>
              <p:cNvSpPr/>
              <p:nvPr/>
            </p:nvSpPr>
            <p:spPr>
              <a:xfrm>
                <a:off x="8679759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Decide on actions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E34EB828-4730-C027-5C6D-4581B510C937}"/>
                </a:ext>
              </a:extLst>
            </p:cNvPr>
            <p:cNvGrpSpPr/>
            <p:nvPr/>
          </p:nvGrpSpPr>
          <p:grpSpPr>
            <a:xfrm>
              <a:off x="2425624" y="4088568"/>
              <a:ext cx="8837375" cy="862331"/>
              <a:chOff x="2425624" y="246396"/>
              <a:chExt cx="8837375" cy="862331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6F351FAF-31B6-7F21-5A2C-604E393D0B37}"/>
                  </a:ext>
                </a:extLst>
              </p:cNvPr>
              <p:cNvSpPr/>
              <p:nvPr/>
            </p:nvSpPr>
            <p:spPr>
              <a:xfrm>
                <a:off x="2425624" y="246396"/>
                <a:ext cx="8837375" cy="862331"/>
              </a:xfrm>
              <a:prstGeom prst="rect">
                <a:avLst/>
              </a:prstGeom>
              <a:solidFill>
                <a:srgbClr val="FFFFD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Agent N</a:t>
                </a: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3AAB329-7915-FDDB-8BCD-2B09CC739FBF}"/>
                  </a:ext>
                </a:extLst>
              </p:cNvPr>
              <p:cNvSpPr/>
              <p:nvPr/>
            </p:nvSpPr>
            <p:spPr>
              <a:xfrm>
                <a:off x="3361925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Gather battery charge</a:t>
                </a: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B8AA5D7-1983-A8B0-90B3-3ABEEFDF38F2}"/>
                  </a:ext>
                </a:extLst>
              </p:cNvPr>
              <p:cNvSpPr/>
              <p:nvPr/>
            </p:nvSpPr>
            <p:spPr>
              <a:xfrm>
                <a:off x="6020842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Calculate total charge</a:t>
                </a: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1E6869BE-F313-06C0-BBD3-DD0F6C898299}"/>
                  </a:ext>
                </a:extLst>
              </p:cNvPr>
              <p:cNvSpPr/>
              <p:nvPr/>
            </p:nvSpPr>
            <p:spPr>
              <a:xfrm>
                <a:off x="8679759" y="345582"/>
                <a:ext cx="2512317" cy="648114"/>
              </a:xfrm>
              <a:prstGeom prst="rect">
                <a:avLst/>
              </a:prstGeom>
              <a:solidFill>
                <a:srgbClr val="ECEDFF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Decide on actions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652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806F897A-5120-9562-064C-2C14F7BE1F9D}"/>
              </a:ext>
            </a:extLst>
          </p:cNvPr>
          <p:cNvGrpSpPr/>
          <p:nvPr/>
        </p:nvGrpSpPr>
        <p:grpSpPr>
          <a:xfrm>
            <a:off x="602299" y="109509"/>
            <a:ext cx="11076834" cy="6065885"/>
            <a:chOff x="602299" y="109509"/>
            <a:chExt cx="11076834" cy="60658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CA5B83-50C0-64EF-A258-66AC6142DF28}"/>
                </a:ext>
              </a:extLst>
            </p:cNvPr>
            <p:cNvSpPr/>
            <p:nvPr/>
          </p:nvSpPr>
          <p:spPr>
            <a:xfrm>
              <a:off x="602299" y="109509"/>
              <a:ext cx="11076834" cy="2469428"/>
            </a:xfrm>
            <a:prstGeom prst="rect">
              <a:avLst/>
            </a:prstGeom>
            <a:solidFill>
              <a:srgbClr val="FFFF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Agent 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9D8646-9054-C6DF-9762-7AA080AB8DF8}"/>
                </a:ext>
              </a:extLst>
            </p:cNvPr>
            <p:cNvSpPr/>
            <p:nvPr/>
          </p:nvSpPr>
          <p:spPr>
            <a:xfrm>
              <a:off x="678170" y="608681"/>
              <a:ext cx="2435214" cy="1815341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4BA7CE-4264-B72B-0969-D0ECE14DA3AD}"/>
                </a:ext>
              </a:extLst>
            </p:cNvPr>
            <p:cNvSpPr/>
            <p:nvPr/>
          </p:nvSpPr>
          <p:spPr>
            <a:xfrm>
              <a:off x="4818372" y="608681"/>
              <a:ext cx="2430820" cy="1815333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1E8CE2-A41F-0732-EFC1-A644C0B1AD29}"/>
                </a:ext>
              </a:extLst>
            </p:cNvPr>
            <p:cNvSpPr/>
            <p:nvPr/>
          </p:nvSpPr>
          <p:spPr>
            <a:xfrm>
              <a:off x="8958573" y="608681"/>
              <a:ext cx="2430820" cy="1815314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041BBEB-99A4-A5D5-4398-B7E20B400D09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>
              <a:off x="3113384" y="1090844"/>
              <a:ext cx="1702386" cy="6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8B8833-4A76-D5EC-C617-C39FC67F559E}"/>
                </a:ext>
              </a:extLst>
            </p:cNvPr>
            <p:cNvCxnSpPr>
              <a:cxnSpLocks/>
              <a:stCxn id="32" idx="3"/>
              <a:endCxn id="34" idx="1"/>
            </p:cNvCxnSpPr>
            <p:nvPr/>
          </p:nvCxnSpPr>
          <p:spPr>
            <a:xfrm>
              <a:off x="7249192" y="1090844"/>
              <a:ext cx="1716934" cy="8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11B7E7-5792-0DA5-08E7-3292B5C4F986}"/>
                </a:ext>
              </a:extLst>
            </p:cNvPr>
            <p:cNvSpPr txBox="1"/>
            <p:nvPr/>
          </p:nvSpPr>
          <p:spPr>
            <a:xfrm>
              <a:off x="3422094" y="776022"/>
              <a:ext cx="970001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charge_level1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10B19EA-C475-B754-B03C-82F2B7EF85B8}"/>
                </a:ext>
              </a:extLst>
            </p:cNvPr>
            <p:cNvSpPr txBox="1"/>
            <p:nvPr/>
          </p:nvSpPr>
          <p:spPr>
            <a:xfrm>
              <a:off x="7613264" y="776022"/>
              <a:ext cx="1055569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total_</a:t>
              </a:r>
            </a:p>
            <a:p>
              <a:r>
                <a:rPr lang="en-US" dirty="0"/>
                <a:t>charge1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198B2B-A22B-0EB5-9C98-546994E3B678}"/>
                </a:ext>
              </a:extLst>
            </p:cNvPr>
            <p:cNvSpPr/>
            <p:nvPr/>
          </p:nvSpPr>
          <p:spPr>
            <a:xfrm>
              <a:off x="2870789" y="94155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30873F-4271-097D-5CD0-A868EDFEA42B}"/>
                </a:ext>
              </a:extLst>
            </p:cNvPr>
            <p:cNvSpPr/>
            <p:nvPr/>
          </p:nvSpPr>
          <p:spPr>
            <a:xfrm>
              <a:off x="7006597" y="94155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8EFF8FC-36F4-D6D1-1C64-46C9675965BA}"/>
                </a:ext>
              </a:extLst>
            </p:cNvPr>
            <p:cNvSpPr/>
            <p:nvPr/>
          </p:nvSpPr>
          <p:spPr>
            <a:xfrm>
              <a:off x="4815770" y="942221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B163CD-EBE4-C897-AFC1-70D8322E8F57}"/>
                </a:ext>
              </a:extLst>
            </p:cNvPr>
            <p:cNvSpPr/>
            <p:nvPr/>
          </p:nvSpPr>
          <p:spPr>
            <a:xfrm>
              <a:off x="8966126" y="949898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086F76C-70C9-D283-CA81-97C78651DE22}"/>
                </a:ext>
              </a:extLst>
            </p:cNvPr>
            <p:cNvSpPr/>
            <p:nvPr/>
          </p:nvSpPr>
          <p:spPr>
            <a:xfrm>
              <a:off x="602299" y="3705966"/>
              <a:ext cx="11076834" cy="2469428"/>
            </a:xfrm>
            <a:prstGeom prst="rect">
              <a:avLst/>
            </a:prstGeom>
            <a:solidFill>
              <a:srgbClr val="FFFF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Agent 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9068BE3-6143-9442-BA03-D0AF00AFBE20}"/>
                </a:ext>
              </a:extLst>
            </p:cNvPr>
            <p:cNvSpPr/>
            <p:nvPr/>
          </p:nvSpPr>
          <p:spPr>
            <a:xfrm>
              <a:off x="678170" y="4205138"/>
              <a:ext cx="2435214" cy="1815341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FBC34B1-B852-B97A-268C-C736F5015708}"/>
                </a:ext>
              </a:extLst>
            </p:cNvPr>
            <p:cNvSpPr/>
            <p:nvPr/>
          </p:nvSpPr>
          <p:spPr>
            <a:xfrm>
              <a:off x="4818372" y="4205138"/>
              <a:ext cx="2430820" cy="1815333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17DA04A-FA3A-B9EB-FCD7-63AECD2858D1}"/>
                </a:ext>
              </a:extLst>
            </p:cNvPr>
            <p:cNvSpPr/>
            <p:nvPr/>
          </p:nvSpPr>
          <p:spPr>
            <a:xfrm>
              <a:off x="8958573" y="4205138"/>
              <a:ext cx="2430820" cy="1815314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642FF57-7F34-B961-657B-BF32E097CCEC}"/>
                </a:ext>
              </a:extLst>
            </p:cNvPr>
            <p:cNvCxnSpPr>
              <a:cxnSpLocks/>
              <a:stCxn id="49" idx="3"/>
              <a:endCxn id="51" idx="1"/>
            </p:cNvCxnSpPr>
            <p:nvPr/>
          </p:nvCxnSpPr>
          <p:spPr>
            <a:xfrm>
              <a:off x="3113384" y="5618114"/>
              <a:ext cx="1702386" cy="6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000DB78-AC56-6F32-807C-BEE2ACEDF350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7249192" y="5618114"/>
              <a:ext cx="1716934" cy="83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95C2A2-D7CC-8531-CA9F-3B3597D56E88}"/>
                </a:ext>
              </a:extLst>
            </p:cNvPr>
            <p:cNvSpPr txBox="1"/>
            <p:nvPr/>
          </p:nvSpPr>
          <p:spPr>
            <a:xfrm>
              <a:off x="3422093" y="5293688"/>
              <a:ext cx="970001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charge_level2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FD6C9B-10D9-EC96-C209-C8A6967C0D55}"/>
                </a:ext>
              </a:extLst>
            </p:cNvPr>
            <p:cNvSpPr txBox="1"/>
            <p:nvPr/>
          </p:nvSpPr>
          <p:spPr>
            <a:xfrm>
              <a:off x="7623178" y="5303292"/>
              <a:ext cx="991879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  <a:r>
                <a:rPr lang="en-US"/>
                <a:t>otal</a:t>
              </a:r>
              <a:r>
                <a:rPr lang="en-US" dirty="0"/>
                <a:t>_</a:t>
              </a:r>
            </a:p>
            <a:p>
              <a:r>
                <a:rPr lang="en-US" dirty="0"/>
                <a:t>charge2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562B2F-34F0-DE93-6162-CD90940D56DA}"/>
                </a:ext>
              </a:extLst>
            </p:cNvPr>
            <p:cNvSpPr/>
            <p:nvPr/>
          </p:nvSpPr>
          <p:spPr>
            <a:xfrm>
              <a:off x="2870789" y="546882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98AD210-850A-DBCE-FE33-C40945C20B89}"/>
                </a:ext>
              </a:extLst>
            </p:cNvPr>
            <p:cNvSpPr/>
            <p:nvPr/>
          </p:nvSpPr>
          <p:spPr>
            <a:xfrm>
              <a:off x="7006597" y="546882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738C652-CFD9-8F34-C8A2-0D9289A062E2}"/>
                </a:ext>
              </a:extLst>
            </p:cNvPr>
            <p:cNvSpPr/>
            <p:nvPr/>
          </p:nvSpPr>
          <p:spPr>
            <a:xfrm>
              <a:off x="4815770" y="5469491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E13A195-50CE-52D1-9232-74C3E054876A}"/>
                </a:ext>
              </a:extLst>
            </p:cNvPr>
            <p:cNvSpPr/>
            <p:nvPr/>
          </p:nvSpPr>
          <p:spPr>
            <a:xfrm>
              <a:off x="8966126" y="5477168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4D25509-7DF7-64BD-7101-D6F22AE8798C}"/>
                </a:ext>
              </a:extLst>
            </p:cNvPr>
            <p:cNvSpPr/>
            <p:nvPr/>
          </p:nvSpPr>
          <p:spPr>
            <a:xfrm>
              <a:off x="5412329" y="2123797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CD44AA-3C14-5B9D-FD6D-861AECBB8012}"/>
                </a:ext>
              </a:extLst>
            </p:cNvPr>
            <p:cNvSpPr/>
            <p:nvPr/>
          </p:nvSpPr>
          <p:spPr>
            <a:xfrm>
              <a:off x="5412328" y="4202628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36879D-C73F-87D3-C5B6-32F6D736D900}"/>
                </a:ext>
              </a:extLst>
            </p:cNvPr>
            <p:cNvSpPr/>
            <p:nvPr/>
          </p:nvSpPr>
          <p:spPr>
            <a:xfrm>
              <a:off x="6294484" y="4201983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82CF9B-C9B4-9854-7D78-AE61D43CD58B}"/>
                </a:ext>
              </a:extLst>
            </p:cNvPr>
            <p:cNvSpPr/>
            <p:nvPr/>
          </p:nvSpPr>
          <p:spPr>
            <a:xfrm>
              <a:off x="6294483" y="2123539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313018A-0ADC-BFD1-EEB3-0D21AF3DD69F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5533625" y="2422119"/>
              <a:ext cx="1" cy="17805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9741217-A603-975F-469A-8745B5BD8D9C}"/>
                </a:ext>
              </a:extLst>
            </p:cNvPr>
            <p:cNvCxnSpPr>
              <a:cxnSpLocks/>
              <a:stCxn id="57" idx="0"/>
              <a:endCxn id="59" idx="2"/>
            </p:cNvCxnSpPr>
            <p:nvPr/>
          </p:nvCxnSpPr>
          <p:spPr>
            <a:xfrm flipH="1" flipV="1">
              <a:off x="6415781" y="2422119"/>
              <a:ext cx="1" cy="1779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2FC2FC-6FE6-B890-9E79-7F69D7351382}"/>
                </a:ext>
              </a:extLst>
            </p:cNvPr>
            <p:cNvSpPr txBox="1"/>
            <p:nvPr/>
          </p:nvSpPr>
          <p:spPr>
            <a:xfrm rot="5400000">
              <a:off x="4884714" y="3152941"/>
              <a:ext cx="1323760" cy="2769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solver_internals1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602C9A2-9E8A-78C1-47B1-76300D516D37}"/>
                </a:ext>
              </a:extLst>
            </p:cNvPr>
            <p:cNvSpPr txBox="1"/>
            <p:nvPr/>
          </p:nvSpPr>
          <p:spPr>
            <a:xfrm rot="16200000">
              <a:off x="5738466" y="3176243"/>
              <a:ext cx="1323760" cy="2769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solver_internals2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6205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733329-1636-B5FC-E7A0-7155268AAD6E}"/>
              </a:ext>
            </a:extLst>
          </p:cNvPr>
          <p:cNvGrpSpPr/>
          <p:nvPr/>
        </p:nvGrpSpPr>
        <p:grpSpPr>
          <a:xfrm>
            <a:off x="602299" y="109509"/>
            <a:ext cx="11076834" cy="6065885"/>
            <a:chOff x="602299" y="109509"/>
            <a:chExt cx="11076834" cy="606588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CCA5B83-50C0-64EF-A258-66AC6142DF28}"/>
                </a:ext>
              </a:extLst>
            </p:cNvPr>
            <p:cNvSpPr/>
            <p:nvPr/>
          </p:nvSpPr>
          <p:spPr>
            <a:xfrm>
              <a:off x="602299" y="109509"/>
              <a:ext cx="11076834" cy="2469428"/>
            </a:xfrm>
            <a:prstGeom prst="rect">
              <a:avLst/>
            </a:prstGeom>
            <a:solidFill>
              <a:srgbClr val="FFFF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Agent 1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19D8646-9054-C6DF-9762-7AA080AB8DF8}"/>
                </a:ext>
              </a:extLst>
            </p:cNvPr>
            <p:cNvSpPr/>
            <p:nvPr/>
          </p:nvSpPr>
          <p:spPr>
            <a:xfrm>
              <a:off x="678170" y="608681"/>
              <a:ext cx="2435214" cy="1815341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C4BA7CE-4264-B72B-0969-D0ECE14DA3AD}"/>
                </a:ext>
              </a:extLst>
            </p:cNvPr>
            <p:cNvSpPr/>
            <p:nvPr/>
          </p:nvSpPr>
          <p:spPr>
            <a:xfrm>
              <a:off x="4818372" y="608681"/>
              <a:ext cx="2430820" cy="1815333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1E8CE2-A41F-0732-EFC1-A644C0B1AD29}"/>
                </a:ext>
              </a:extLst>
            </p:cNvPr>
            <p:cNvSpPr/>
            <p:nvPr/>
          </p:nvSpPr>
          <p:spPr>
            <a:xfrm>
              <a:off x="8958573" y="608681"/>
              <a:ext cx="2430820" cy="1815314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041BBEB-99A4-A5D5-4398-B7E20B400D09}"/>
                </a:ext>
              </a:extLst>
            </p:cNvPr>
            <p:cNvCxnSpPr>
              <a:cxnSpLocks/>
              <a:stCxn id="31" idx="3"/>
              <a:endCxn id="33" idx="1"/>
            </p:cNvCxnSpPr>
            <p:nvPr/>
          </p:nvCxnSpPr>
          <p:spPr>
            <a:xfrm>
              <a:off x="3113384" y="1090844"/>
              <a:ext cx="1702386" cy="6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78B8833-4A76-D5EC-C617-C39FC67F559E}"/>
                </a:ext>
              </a:extLst>
            </p:cNvPr>
            <p:cNvCxnSpPr>
              <a:cxnSpLocks/>
              <a:stCxn id="32" idx="3"/>
              <a:endCxn id="48" idx="0"/>
            </p:cNvCxnSpPr>
            <p:nvPr/>
          </p:nvCxnSpPr>
          <p:spPr>
            <a:xfrm>
              <a:off x="7249192" y="2057787"/>
              <a:ext cx="1004352" cy="89283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11B7E7-5792-0DA5-08E7-3292B5C4F986}"/>
                </a:ext>
              </a:extLst>
            </p:cNvPr>
            <p:cNvSpPr txBox="1"/>
            <p:nvPr/>
          </p:nvSpPr>
          <p:spPr>
            <a:xfrm>
              <a:off x="3394599" y="767678"/>
              <a:ext cx="992251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charge_level1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6198B2B-A22B-0EB5-9C98-546994E3B678}"/>
                </a:ext>
              </a:extLst>
            </p:cNvPr>
            <p:cNvSpPr/>
            <p:nvPr/>
          </p:nvSpPr>
          <p:spPr>
            <a:xfrm>
              <a:off x="2870789" y="94155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330873F-4271-097D-5CD0-A868EDFEA42B}"/>
                </a:ext>
              </a:extLst>
            </p:cNvPr>
            <p:cNvSpPr/>
            <p:nvPr/>
          </p:nvSpPr>
          <p:spPr>
            <a:xfrm>
              <a:off x="7006597" y="1908497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8EFF8FC-36F4-D6D1-1C64-46C9675965BA}"/>
                </a:ext>
              </a:extLst>
            </p:cNvPr>
            <p:cNvSpPr/>
            <p:nvPr/>
          </p:nvSpPr>
          <p:spPr>
            <a:xfrm>
              <a:off x="4815770" y="942221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2B163CD-EBE4-C897-AFC1-70D8322E8F57}"/>
                </a:ext>
              </a:extLst>
            </p:cNvPr>
            <p:cNvSpPr/>
            <p:nvPr/>
          </p:nvSpPr>
          <p:spPr>
            <a:xfrm>
              <a:off x="8966126" y="1916841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086F76C-70C9-D283-CA81-97C78651DE22}"/>
                </a:ext>
              </a:extLst>
            </p:cNvPr>
            <p:cNvSpPr/>
            <p:nvPr/>
          </p:nvSpPr>
          <p:spPr>
            <a:xfrm>
              <a:off x="602299" y="3705966"/>
              <a:ext cx="11076834" cy="2469428"/>
            </a:xfrm>
            <a:prstGeom prst="rect">
              <a:avLst/>
            </a:prstGeom>
            <a:solidFill>
              <a:srgbClr val="FFFFD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dirty="0">
                  <a:solidFill>
                    <a:schemeClr val="tx1"/>
                  </a:solidFill>
                </a:rPr>
                <a:t>Agent 2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9068BE3-6143-9442-BA03-D0AF00AFBE20}"/>
                </a:ext>
              </a:extLst>
            </p:cNvPr>
            <p:cNvSpPr/>
            <p:nvPr/>
          </p:nvSpPr>
          <p:spPr>
            <a:xfrm>
              <a:off x="678170" y="4205138"/>
              <a:ext cx="2435214" cy="1815341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Gather battery charge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FBC34B1-B852-B97A-268C-C736F5015708}"/>
                </a:ext>
              </a:extLst>
            </p:cNvPr>
            <p:cNvSpPr/>
            <p:nvPr/>
          </p:nvSpPr>
          <p:spPr>
            <a:xfrm>
              <a:off x="4818372" y="4205138"/>
              <a:ext cx="2430820" cy="1815333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Calculate total charge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17DA04A-FA3A-B9EB-FCD7-63AECD2858D1}"/>
                </a:ext>
              </a:extLst>
            </p:cNvPr>
            <p:cNvSpPr/>
            <p:nvPr/>
          </p:nvSpPr>
          <p:spPr>
            <a:xfrm>
              <a:off x="8958573" y="4205138"/>
              <a:ext cx="2430820" cy="1815314"/>
            </a:xfrm>
            <a:prstGeom prst="rect">
              <a:avLst/>
            </a:prstGeom>
            <a:solidFill>
              <a:srgbClr val="ECED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2880"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Decide on actions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A642FF57-7F34-B961-657B-BF32E097CCEC}"/>
                </a:ext>
              </a:extLst>
            </p:cNvPr>
            <p:cNvCxnSpPr>
              <a:cxnSpLocks/>
              <a:stCxn id="49" idx="3"/>
              <a:endCxn id="51" idx="1"/>
            </p:cNvCxnSpPr>
            <p:nvPr/>
          </p:nvCxnSpPr>
          <p:spPr>
            <a:xfrm>
              <a:off x="3113384" y="5618114"/>
              <a:ext cx="1702386" cy="6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000DB78-AC56-6F32-807C-BEE2ACEDF350}"/>
                </a:ext>
              </a:extLst>
            </p:cNvPr>
            <p:cNvCxnSpPr>
              <a:cxnSpLocks/>
              <a:stCxn id="50" idx="3"/>
              <a:endCxn id="48" idx="2"/>
            </p:cNvCxnSpPr>
            <p:nvPr/>
          </p:nvCxnSpPr>
          <p:spPr>
            <a:xfrm flipV="1">
              <a:off x="7249192" y="3319954"/>
              <a:ext cx="1004352" cy="12576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B95C2A2-D7CC-8531-CA9F-3B3597D56E88}"/>
                </a:ext>
              </a:extLst>
            </p:cNvPr>
            <p:cNvSpPr txBox="1"/>
            <p:nvPr/>
          </p:nvSpPr>
          <p:spPr>
            <a:xfrm>
              <a:off x="3355980" y="5294948"/>
              <a:ext cx="932242" cy="64633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charge_level2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7FD6C9B-10D9-EC96-C209-C8A6967C0D55}"/>
                </a:ext>
              </a:extLst>
            </p:cNvPr>
            <p:cNvSpPr txBox="1"/>
            <p:nvPr/>
          </p:nvSpPr>
          <p:spPr>
            <a:xfrm>
              <a:off x="7540720" y="2950622"/>
              <a:ext cx="1425647" cy="36933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total_charge</a:t>
              </a:r>
              <a:endParaRPr lang="en-US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8B562B2F-34F0-DE93-6162-CD90940D56DA}"/>
                </a:ext>
              </a:extLst>
            </p:cNvPr>
            <p:cNvSpPr/>
            <p:nvPr/>
          </p:nvSpPr>
          <p:spPr>
            <a:xfrm>
              <a:off x="2870789" y="5468824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98AD210-850A-DBCE-FE33-C40945C20B89}"/>
                </a:ext>
              </a:extLst>
            </p:cNvPr>
            <p:cNvSpPr/>
            <p:nvPr/>
          </p:nvSpPr>
          <p:spPr>
            <a:xfrm>
              <a:off x="7006597" y="4428309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738C652-CFD9-8F34-C8A2-0D9289A062E2}"/>
                </a:ext>
              </a:extLst>
            </p:cNvPr>
            <p:cNvSpPr/>
            <p:nvPr/>
          </p:nvSpPr>
          <p:spPr>
            <a:xfrm>
              <a:off x="4815770" y="5469491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E13A195-50CE-52D1-9232-74C3E054876A}"/>
                </a:ext>
              </a:extLst>
            </p:cNvPr>
            <p:cNvSpPr/>
            <p:nvPr/>
          </p:nvSpPr>
          <p:spPr>
            <a:xfrm>
              <a:off x="8966126" y="4436653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4D25509-7DF7-64BD-7101-D6F22AE8798C}"/>
                </a:ext>
              </a:extLst>
            </p:cNvPr>
            <p:cNvSpPr/>
            <p:nvPr/>
          </p:nvSpPr>
          <p:spPr>
            <a:xfrm>
              <a:off x="5412329" y="2123797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ACD44AA-3C14-5B9D-FD6D-861AECBB8012}"/>
                </a:ext>
              </a:extLst>
            </p:cNvPr>
            <p:cNvSpPr/>
            <p:nvPr/>
          </p:nvSpPr>
          <p:spPr>
            <a:xfrm>
              <a:off x="5412328" y="4202628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936879D-C73F-87D3-C5B6-32F6D736D900}"/>
                </a:ext>
              </a:extLst>
            </p:cNvPr>
            <p:cNvSpPr/>
            <p:nvPr/>
          </p:nvSpPr>
          <p:spPr>
            <a:xfrm>
              <a:off x="6294484" y="4201983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682CF9B-C9B4-9854-7D78-AE61D43CD58B}"/>
                </a:ext>
              </a:extLst>
            </p:cNvPr>
            <p:cNvSpPr/>
            <p:nvPr/>
          </p:nvSpPr>
          <p:spPr>
            <a:xfrm>
              <a:off x="6294483" y="2123539"/>
              <a:ext cx="242595" cy="2985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</a:t>
              </a: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2313018A-0ADC-BFD1-EEB3-0D21AF3DD69F}"/>
                </a:ext>
              </a:extLst>
            </p:cNvPr>
            <p:cNvCxnSpPr>
              <a:cxnSpLocks/>
              <a:endCxn id="54" idx="0"/>
            </p:cNvCxnSpPr>
            <p:nvPr/>
          </p:nvCxnSpPr>
          <p:spPr>
            <a:xfrm>
              <a:off x="5533625" y="2422119"/>
              <a:ext cx="1" cy="178050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49741217-A603-975F-469A-8745B5BD8D9C}"/>
                </a:ext>
              </a:extLst>
            </p:cNvPr>
            <p:cNvCxnSpPr>
              <a:cxnSpLocks/>
              <a:stCxn id="57" idx="0"/>
              <a:endCxn id="59" idx="2"/>
            </p:cNvCxnSpPr>
            <p:nvPr/>
          </p:nvCxnSpPr>
          <p:spPr>
            <a:xfrm flipH="1" flipV="1">
              <a:off x="6415781" y="2422119"/>
              <a:ext cx="1" cy="177986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A2FC2FC-6FE6-B890-9E79-7F69D7351382}"/>
                </a:ext>
              </a:extLst>
            </p:cNvPr>
            <p:cNvSpPr txBox="1"/>
            <p:nvPr/>
          </p:nvSpPr>
          <p:spPr>
            <a:xfrm rot="5400000">
              <a:off x="4884714" y="3152941"/>
              <a:ext cx="1323760" cy="2769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solver_internals1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602C9A2-9E8A-78C1-47B1-76300D516D37}"/>
                </a:ext>
              </a:extLst>
            </p:cNvPr>
            <p:cNvSpPr txBox="1"/>
            <p:nvPr/>
          </p:nvSpPr>
          <p:spPr>
            <a:xfrm rot="16200000">
              <a:off x="5738466" y="3176243"/>
              <a:ext cx="1323760" cy="276999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solver_internals2</a:t>
              </a: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D8BE85B5-34EA-48EB-3D47-654415FD4E4E}"/>
                </a:ext>
              </a:extLst>
            </p:cNvPr>
            <p:cNvCxnSpPr>
              <a:cxnSpLocks/>
              <a:stCxn id="48" idx="2"/>
              <a:endCxn id="52" idx="1"/>
            </p:cNvCxnSpPr>
            <p:nvPr/>
          </p:nvCxnSpPr>
          <p:spPr>
            <a:xfrm>
              <a:off x="8253544" y="3319954"/>
              <a:ext cx="712582" cy="12659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BCFF20B-1442-4491-FA59-BF3FCB52D6F8}"/>
                </a:ext>
              </a:extLst>
            </p:cNvPr>
            <p:cNvCxnSpPr>
              <a:cxnSpLocks/>
              <a:stCxn id="48" idx="0"/>
              <a:endCxn id="34" idx="1"/>
            </p:cNvCxnSpPr>
            <p:nvPr/>
          </p:nvCxnSpPr>
          <p:spPr>
            <a:xfrm flipV="1">
              <a:off x="8253544" y="2066131"/>
              <a:ext cx="712582" cy="88449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1213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9368</TotalTime>
  <Words>314</Words>
  <Application>Microsoft Macintosh PowerPoint</Application>
  <PresentationFormat>Widescreen</PresentationFormat>
  <Paragraphs>112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Ponce, Colin Vincent</dc:creator>
  <cp:lastModifiedBy>Ponce, Colin Vincent</cp:lastModifiedBy>
  <cp:revision>13</cp:revision>
  <dcterms:created xsi:type="dcterms:W3CDTF">2024-04-01T22:50:38Z</dcterms:created>
  <dcterms:modified xsi:type="dcterms:W3CDTF">2024-06-17T23:05:48Z</dcterms:modified>
</cp:coreProperties>
</file>